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59" r:id="rId3"/>
    <p:sldId id="264" r:id="rId4"/>
    <p:sldId id="258" r:id="rId5"/>
    <p:sldId id="265" r:id="rId6"/>
    <p:sldId id="266" r:id="rId7"/>
    <p:sldId id="267" r:id="rId8"/>
    <p:sldId id="272" r:id="rId9"/>
    <p:sldId id="270" r:id="rId10"/>
    <p:sldId id="273" r:id="rId11"/>
    <p:sldId id="271"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F3DA"/>
    <a:srgbClr val="FAF5DC"/>
    <a:srgbClr val="EDE7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72" d="100"/>
          <a:sy n="72" d="100"/>
        </p:scale>
        <p:origin x="46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CD0E9-3D32-4A54-B286-AEA087BDF00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FBEBED3-7529-4542-AF66-D07A2F7AC8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698CDE6-5F7A-4C83-9E8C-16A0F6A67BF9}"/>
              </a:ext>
            </a:extLst>
          </p:cNvPr>
          <p:cNvSpPr>
            <a:spLocks noGrp="1"/>
          </p:cNvSpPr>
          <p:nvPr>
            <p:ph type="dt" sz="half" idx="10"/>
          </p:nvPr>
        </p:nvSpPr>
        <p:spPr/>
        <p:txBody>
          <a:bodyPr/>
          <a:lstStyle/>
          <a:p>
            <a:fld id="{E6F33C0A-73E5-416E-9A2B-5BA3B33F5DCB}" type="datetimeFigureOut">
              <a:rPr lang="en-IN" smtClean="0"/>
              <a:t>22-10-2022</a:t>
            </a:fld>
            <a:endParaRPr lang="en-IN"/>
          </a:p>
        </p:txBody>
      </p:sp>
      <p:sp>
        <p:nvSpPr>
          <p:cNvPr id="5" name="Footer Placeholder 4">
            <a:extLst>
              <a:ext uri="{FF2B5EF4-FFF2-40B4-BE49-F238E27FC236}">
                <a16:creationId xmlns:a16="http://schemas.microsoft.com/office/drawing/2014/main" id="{92C976AB-45EB-4843-A11F-1FE370F055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C9C03C-EA5A-4F3F-A6FA-83D779743D1F}"/>
              </a:ext>
            </a:extLst>
          </p:cNvPr>
          <p:cNvSpPr>
            <a:spLocks noGrp="1"/>
          </p:cNvSpPr>
          <p:nvPr>
            <p:ph type="sldNum" sz="quarter" idx="12"/>
          </p:nvPr>
        </p:nvSpPr>
        <p:spPr/>
        <p:txBody>
          <a:bodyPr/>
          <a:lstStyle/>
          <a:p>
            <a:fld id="{E1F64FD6-6F01-4AA8-AE3C-04E300FDFE6B}" type="slidenum">
              <a:rPr lang="en-IN" smtClean="0"/>
              <a:t>‹#›</a:t>
            </a:fld>
            <a:endParaRPr lang="en-IN"/>
          </a:p>
        </p:txBody>
      </p:sp>
    </p:spTree>
    <p:extLst>
      <p:ext uri="{BB962C8B-B14F-4D97-AF65-F5344CB8AC3E}">
        <p14:creationId xmlns:p14="http://schemas.microsoft.com/office/powerpoint/2010/main" val="1588619714"/>
      </p:ext>
    </p:extLst>
  </p:cSld>
  <p:clrMapOvr>
    <a:masterClrMapping/>
  </p:clrMapOvr>
  <p:transition spd="med" advTm="7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918FC-AED5-41D6-9249-98DA128FB1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595F00B-3A7F-43C3-907E-3DD3BC4B67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01FA50C-FBAF-4531-A150-DA81AEBCAD73}"/>
              </a:ext>
            </a:extLst>
          </p:cNvPr>
          <p:cNvSpPr>
            <a:spLocks noGrp="1"/>
          </p:cNvSpPr>
          <p:nvPr>
            <p:ph type="dt" sz="half" idx="10"/>
          </p:nvPr>
        </p:nvSpPr>
        <p:spPr/>
        <p:txBody>
          <a:bodyPr/>
          <a:lstStyle/>
          <a:p>
            <a:fld id="{E6F33C0A-73E5-416E-9A2B-5BA3B33F5DCB}" type="datetimeFigureOut">
              <a:rPr lang="en-IN" smtClean="0"/>
              <a:t>22-10-2022</a:t>
            </a:fld>
            <a:endParaRPr lang="en-IN"/>
          </a:p>
        </p:txBody>
      </p:sp>
      <p:sp>
        <p:nvSpPr>
          <p:cNvPr id="5" name="Footer Placeholder 4">
            <a:extLst>
              <a:ext uri="{FF2B5EF4-FFF2-40B4-BE49-F238E27FC236}">
                <a16:creationId xmlns:a16="http://schemas.microsoft.com/office/drawing/2014/main" id="{23D021B3-6F8A-47E2-A008-95F84F9833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2836C1-5F6D-4836-A700-3DFB56FA4DF3}"/>
              </a:ext>
            </a:extLst>
          </p:cNvPr>
          <p:cNvSpPr>
            <a:spLocks noGrp="1"/>
          </p:cNvSpPr>
          <p:nvPr>
            <p:ph type="sldNum" sz="quarter" idx="12"/>
          </p:nvPr>
        </p:nvSpPr>
        <p:spPr/>
        <p:txBody>
          <a:bodyPr/>
          <a:lstStyle/>
          <a:p>
            <a:fld id="{E1F64FD6-6F01-4AA8-AE3C-04E300FDFE6B}" type="slidenum">
              <a:rPr lang="en-IN" smtClean="0"/>
              <a:t>‹#›</a:t>
            </a:fld>
            <a:endParaRPr lang="en-IN"/>
          </a:p>
        </p:txBody>
      </p:sp>
    </p:spTree>
    <p:extLst>
      <p:ext uri="{BB962C8B-B14F-4D97-AF65-F5344CB8AC3E}">
        <p14:creationId xmlns:p14="http://schemas.microsoft.com/office/powerpoint/2010/main" val="3893964731"/>
      </p:ext>
    </p:extLst>
  </p:cSld>
  <p:clrMapOvr>
    <a:masterClrMapping/>
  </p:clrMapOvr>
  <p:transition spd="med" advTm="7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8EE5B-AD7D-407E-A6F1-47F08F1348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8320251-9542-4916-B501-D76B46BF17F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659130-B4F1-4A28-BB0C-CD22C0EE2E21}"/>
              </a:ext>
            </a:extLst>
          </p:cNvPr>
          <p:cNvSpPr>
            <a:spLocks noGrp="1"/>
          </p:cNvSpPr>
          <p:nvPr>
            <p:ph type="dt" sz="half" idx="10"/>
          </p:nvPr>
        </p:nvSpPr>
        <p:spPr/>
        <p:txBody>
          <a:bodyPr/>
          <a:lstStyle/>
          <a:p>
            <a:fld id="{E6F33C0A-73E5-416E-9A2B-5BA3B33F5DCB}" type="datetimeFigureOut">
              <a:rPr lang="en-IN" smtClean="0"/>
              <a:t>22-10-2022</a:t>
            </a:fld>
            <a:endParaRPr lang="en-IN"/>
          </a:p>
        </p:txBody>
      </p:sp>
      <p:sp>
        <p:nvSpPr>
          <p:cNvPr id="5" name="Footer Placeholder 4">
            <a:extLst>
              <a:ext uri="{FF2B5EF4-FFF2-40B4-BE49-F238E27FC236}">
                <a16:creationId xmlns:a16="http://schemas.microsoft.com/office/drawing/2014/main" id="{A5A3C101-5CE2-41E1-996D-BD3A54E429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A10FD06-0920-4AA5-9AAD-96EE13E3F625}"/>
              </a:ext>
            </a:extLst>
          </p:cNvPr>
          <p:cNvSpPr>
            <a:spLocks noGrp="1"/>
          </p:cNvSpPr>
          <p:nvPr>
            <p:ph type="sldNum" sz="quarter" idx="12"/>
          </p:nvPr>
        </p:nvSpPr>
        <p:spPr/>
        <p:txBody>
          <a:bodyPr/>
          <a:lstStyle/>
          <a:p>
            <a:fld id="{E1F64FD6-6F01-4AA8-AE3C-04E300FDFE6B}" type="slidenum">
              <a:rPr lang="en-IN" smtClean="0"/>
              <a:t>‹#›</a:t>
            </a:fld>
            <a:endParaRPr lang="en-IN"/>
          </a:p>
        </p:txBody>
      </p:sp>
    </p:spTree>
    <p:extLst>
      <p:ext uri="{BB962C8B-B14F-4D97-AF65-F5344CB8AC3E}">
        <p14:creationId xmlns:p14="http://schemas.microsoft.com/office/powerpoint/2010/main" val="4131072397"/>
      </p:ext>
    </p:extLst>
  </p:cSld>
  <p:clrMapOvr>
    <a:masterClrMapping/>
  </p:clrMapOvr>
  <p:transition spd="med" advTm="7000">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CA7F6-6E13-4347-B8D0-C210025A2A3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DD36EE-31C5-4B0C-8A07-110DB342BE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FB06D45-5A50-4014-B999-1F7292E9EE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E1476D-844A-4B1F-B251-74EF81713991}"/>
              </a:ext>
            </a:extLst>
          </p:cNvPr>
          <p:cNvSpPr>
            <a:spLocks noGrp="1"/>
          </p:cNvSpPr>
          <p:nvPr>
            <p:ph type="dt" sz="half" idx="10"/>
          </p:nvPr>
        </p:nvSpPr>
        <p:spPr/>
        <p:txBody>
          <a:bodyPr/>
          <a:lstStyle/>
          <a:p>
            <a:fld id="{E6F33C0A-73E5-416E-9A2B-5BA3B33F5DCB}" type="datetimeFigureOut">
              <a:rPr lang="en-IN" smtClean="0"/>
              <a:t>22-10-2022</a:t>
            </a:fld>
            <a:endParaRPr lang="en-IN"/>
          </a:p>
        </p:txBody>
      </p:sp>
      <p:sp>
        <p:nvSpPr>
          <p:cNvPr id="6" name="Footer Placeholder 5">
            <a:extLst>
              <a:ext uri="{FF2B5EF4-FFF2-40B4-BE49-F238E27FC236}">
                <a16:creationId xmlns:a16="http://schemas.microsoft.com/office/drawing/2014/main" id="{18BE8D73-BA69-446A-AB84-4E668CB755B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DDD63CB-BF72-40DA-A7EF-711C1EB1115E}"/>
              </a:ext>
            </a:extLst>
          </p:cNvPr>
          <p:cNvSpPr>
            <a:spLocks noGrp="1"/>
          </p:cNvSpPr>
          <p:nvPr>
            <p:ph type="sldNum" sz="quarter" idx="12"/>
          </p:nvPr>
        </p:nvSpPr>
        <p:spPr/>
        <p:txBody>
          <a:bodyPr/>
          <a:lstStyle/>
          <a:p>
            <a:fld id="{E1F64FD6-6F01-4AA8-AE3C-04E300FDFE6B}" type="slidenum">
              <a:rPr lang="en-IN" smtClean="0"/>
              <a:t>‹#›</a:t>
            </a:fld>
            <a:endParaRPr lang="en-IN"/>
          </a:p>
        </p:txBody>
      </p:sp>
    </p:spTree>
    <p:extLst>
      <p:ext uri="{BB962C8B-B14F-4D97-AF65-F5344CB8AC3E}">
        <p14:creationId xmlns:p14="http://schemas.microsoft.com/office/powerpoint/2010/main" val="2637063361"/>
      </p:ext>
    </p:extLst>
  </p:cSld>
  <p:clrMapOvr>
    <a:masterClrMapping/>
  </p:clrMapOvr>
  <p:transition spd="med" advTm="7000">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FE51A-FD97-4AB2-9683-321A695F49E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D835CFC-8C6D-4B9B-B222-325ED750644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7B28BA-B0CA-443C-8016-483088CC79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345AC7-8ADD-4688-80A2-9185D45530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AF650A9-19FA-42C8-9E9A-0E4D13BB32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BAEF3B-EBD0-4FAD-90D8-35D36374F4F4}"/>
              </a:ext>
            </a:extLst>
          </p:cNvPr>
          <p:cNvSpPr>
            <a:spLocks noGrp="1"/>
          </p:cNvSpPr>
          <p:nvPr>
            <p:ph type="dt" sz="half" idx="10"/>
          </p:nvPr>
        </p:nvSpPr>
        <p:spPr/>
        <p:txBody>
          <a:bodyPr/>
          <a:lstStyle/>
          <a:p>
            <a:fld id="{E6F33C0A-73E5-416E-9A2B-5BA3B33F5DCB}" type="datetimeFigureOut">
              <a:rPr lang="en-IN" smtClean="0"/>
              <a:t>22-10-2022</a:t>
            </a:fld>
            <a:endParaRPr lang="en-IN"/>
          </a:p>
        </p:txBody>
      </p:sp>
      <p:sp>
        <p:nvSpPr>
          <p:cNvPr id="8" name="Footer Placeholder 7">
            <a:extLst>
              <a:ext uri="{FF2B5EF4-FFF2-40B4-BE49-F238E27FC236}">
                <a16:creationId xmlns:a16="http://schemas.microsoft.com/office/drawing/2014/main" id="{6EF60807-AD3E-4B0B-A0BB-A121021728F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E83104-0EB0-4EA4-B900-38CA255CC5D2}"/>
              </a:ext>
            </a:extLst>
          </p:cNvPr>
          <p:cNvSpPr>
            <a:spLocks noGrp="1"/>
          </p:cNvSpPr>
          <p:nvPr>
            <p:ph type="sldNum" sz="quarter" idx="12"/>
          </p:nvPr>
        </p:nvSpPr>
        <p:spPr/>
        <p:txBody>
          <a:bodyPr/>
          <a:lstStyle/>
          <a:p>
            <a:fld id="{E1F64FD6-6F01-4AA8-AE3C-04E300FDFE6B}" type="slidenum">
              <a:rPr lang="en-IN" smtClean="0"/>
              <a:t>‹#›</a:t>
            </a:fld>
            <a:endParaRPr lang="en-IN"/>
          </a:p>
        </p:txBody>
      </p:sp>
    </p:spTree>
    <p:extLst>
      <p:ext uri="{BB962C8B-B14F-4D97-AF65-F5344CB8AC3E}">
        <p14:creationId xmlns:p14="http://schemas.microsoft.com/office/powerpoint/2010/main" val="592680130"/>
      </p:ext>
    </p:extLst>
  </p:cSld>
  <p:clrMapOvr>
    <a:masterClrMapping/>
  </p:clrMapOvr>
  <p:transition spd="med" advTm="7000">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01AC2-9A0E-4BC8-9184-4F461895FF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F84FA38-50A0-4920-BC59-9A1558A23894}"/>
              </a:ext>
            </a:extLst>
          </p:cNvPr>
          <p:cNvSpPr>
            <a:spLocks noGrp="1"/>
          </p:cNvSpPr>
          <p:nvPr>
            <p:ph type="dt" sz="half" idx="10"/>
          </p:nvPr>
        </p:nvSpPr>
        <p:spPr/>
        <p:txBody>
          <a:bodyPr/>
          <a:lstStyle/>
          <a:p>
            <a:fld id="{E6F33C0A-73E5-416E-9A2B-5BA3B33F5DCB}" type="datetimeFigureOut">
              <a:rPr lang="en-IN" smtClean="0"/>
              <a:t>22-10-2022</a:t>
            </a:fld>
            <a:endParaRPr lang="en-IN"/>
          </a:p>
        </p:txBody>
      </p:sp>
      <p:sp>
        <p:nvSpPr>
          <p:cNvPr id="4" name="Footer Placeholder 3">
            <a:extLst>
              <a:ext uri="{FF2B5EF4-FFF2-40B4-BE49-F238E27FC236}">
                <a16:creationId xmlns:a16="http://schemas.microsoft.com/office/drawing/2014/main" id="{B9B74513-D63A-461E-859C-54C055B3D48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95C3815-2E7E-4D89-80F1-5A29F834D286}"/>
              </a:ext>
            </a:extLst>
          </p:cNvPr>
          <p:cNvSpPr>
            <a:spLocks noGrp="1"/>
          </p:cNvSpPr>
          <p:nvPr>
            <p:ph type="sldNum" sz="quarter" idx="12"/>
          </p:nvPr>
        </p:nvSpPr>
        <p:spPr/>
        <p:txBody>
          <a:bodyPr/>
          <a:lstStyle/>
          <a:p>
            <a:fld id="{E1F64FD6-6F01-4AA8-AE3C-04E300FDFE6B}" type="slidenum">
              <a:rPr lang="en-IN" smtClean="0"/>
              <a:t>‹#›</a:t>
            </a:fld>
            <a:endParaRPr lang="en-IN"/>
          </a:p>
        </p:txBody>
      </p:sp>
    </p:spTree>
    <p:extLst>
      <p:ext uri="{BB962C8B-B14F-4D97-AF65-F5344CB8AC3E}">
        <p14:creationId xmlns:p14="http://schemas.microsoft.com/office/powerpoint/2010/main" val="595407327"/>
      </p:ext>
    </p:extLst>
  </p:cSld>
  <p:clrMapOvr>
    <a:masterClrMapping/>
  </p:clrMapOvr>
  <p:transition spd="med" advTm="7000">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15EA9C-48EB-4EF6-B7DD-725D74EC569E}"/>
              </a:ext>
            </a:extLst>
          </p:cNvPr>
          <p:cNvSpPr>
            <a:spLocks noGrp="1"/>
          </p:cNvSpPr>
          <p:nvPr>
            <p:ph type="dt" sz="half" idx="10"/>
          </p:nvPr>
        </p:nvSpPr>
        <p:spPr/>
        <p:txBody>
          <a:bodyPr/>
          <a:lstStyle/>
          <a:p>
            <a:fld id="{E6F33C0A-73E5-416E-9A2B-5BA3B33F5DCB}" type="datetimeFigureOut">
              <a:rPr lang="en-IN" smtClean="0"/>
              <a:t>22-10-2022</a:t>
            </a:fld>
            <a:endParaRPr lang="en-IN"/>
          </a:p>
        </p:txBody>
      </p:sp>
      <p:sp>
        <p:nvSpPr>
          <p:cNvPr id="3" name="Footer Placeholder 2">
            <a:extLst>
              <a:ext uri="{FF2B5EF4-FFF2-40B4-BE49-F238E27FC236}">
                <a16:creationId xmlns:a16="http://schemas.microsoft.com/office/drawing/2014/main" id="{73B6D602-465D-418F-9AFA-D6A431FE2CE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FF92A10-ECD3-48B1-8B30-B7645C4521B5}"/>
              </a:ext>
            </a:extLst>
          </p:cNvPr>
          <p:cNvSpPr>
            <a:spLocks noGrp="1"/>
          </p:cNvSpPr>
          <p:nvPr>
            <p:ph type="sldNum" sz="quarter" idx="12"/>
          </p:nvPr>
        </p:nvSpPr>
        <p:spPr/>
        <p:txBody>
          <a:bodyPr/>
          <a:lstStyle/>
          <a:p>
            <a:fld id="{E1F64FD6-6F01-4AA8-AE3C-04E300FDFE6B}" type="slidenum">
              <a:rPr lang="en-IN" smtClean="0"/>
              <a:t>‹#›</a:t>
            </a:fld>
            <a:endParaRPr lang="en-IN"/>
          </a:p>
        </p:txBody>
      </p:sp>
    </p:spTree>
    <p:extLst>
      <p:ext uri="{BB962C8B-B14F-4D97-AF65-F5344CB8AC3E}">
        <p14:creationId xmlns:p14="http://schemas.microsoft.com/office/powerpoint/2010/main" val="3992851941"/>
      </p:ext>
    </p:extLst>
  </p:cSld>
  <p:clrMapOvr>
    <a:masterClrMapping/>
  </p:clrMapOvr>
  <p:transition spd="med" advTm="7000">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D57BB-E225-4BC4-A909-070567D4D4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0A76338-600B-423F-89A5-0CE04D5B43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3B540DE-A422-4E41-B02A-1D6080A9B7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F28E6D-9E15-4A5B-B3BF-0B1DAD14AF1C}"/>
              </a:ext>
            </a:extLst>
          </p:cNvPr>
          <p:cNvSpPr>
            <a:spLocks noGrp="1"/>
          </p:cNvSpPr>
          <p:nvPr>
            <p:ph type="dt" sz="half" idx="10"/>
          </p:nvPr>
        </p:nvSpPr>
        <p:spPr/>
        <p:txBody>
          <a:bodyPr/>
          <a:lstStyle/>
          <a:p>
            <a:fld id="{E6F33C0A-73E5-416E-9A2B-5BA3B33F5DCB}" type="datetimeFigureOut">
              <a:rPr lang="en-IN" smtClean="0"/>
              <a:t>22-10-2022</a:t>
            </a:fld>
            <a:endParaRPr lang="en-IN"/>
          </a:p>
        </p:txBody>
      </p:sp>
      <p:sp>
        <p:nvSpPr>
          <p:cNvPr id="6" name="Footer Placeholder 5">
            <a:extLst>
              <a:ext uri="{FF2B5EF4-FFF2-40B4-BE49-F238E27FC236}">
                <a16:creationId xmlns:a16="http://schemas.microsoft.com/office/drawing/2014/main" id="{2E7AE822-1DE1-43EB-B936-BBD6CBA922F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0B6D125-E7D0-4642-9C55-545316CE41B8}"/>
              </a:ext>
            </a:extLst>
          </p:cNvPr>
          <p:cNvSpPr>
            <a:spLocks noGrp="1"/>
          </p:cNvSpPr>
          <p:nvPr>
            <p:ph type="sldNum" sz="quarter" idx="12"/>
          </p:nvPr>
        </p:nvSpPr>
        <p:spPr/>
        <p:txBody>
          <a:bodyPr/>
          <a:lstStyle/>
          <a:p>
            <a:fld id="{E1F64FD6-6F01-4AA8-AE3C-04E300FDFE6B}" type="slidenum">
              <a:rPr lang="en-IN" smtClean="0"/>
              <a:t>‹#›</a:t>
            </a:fld>
            <a:endParaRPr lang="en-IN"/>
          </a:p>
        </p:txBody>
      </p:sp>
    </p:spTree>
    <p:extLst>
      <p:ext uri="{BB962C8B-B14F-4D97-AF65-F5344CB8AC3E}">
        <p14:creationId xmlns:p14="http://schemas.microsoft.com/office/powerpoint/2010/main" val="1567205302"/>
      </p:ext>
    </p:extLst>
  </p:cSld>
  <p:clrMapOvr>
    <a:masterClrMapping/>
  </p:clrMapOvr>
  <p:transition spd="med" advTm="7000">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3987C-1DDA-4DAB-B11C-36B5919AEB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7DC17E-8E55-4919-B175-BBBCE783617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6B9A397-818D-48FA-8235-DEB1FBD0B1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BBDE75-C1A9-44D0-8BAF-7803CC122816}"/>
              </a:ext>
            </a:extLst>
          </p:cNvPr>
          <p:cNvSpPr>
            <a:spLocks noGrp="1"/>
          </p:cNvSpPr>
          <p:nvPr>
            <p:ph type="dt" sz="half" idx="10"/>
          </p:nvPr>
        </p:nvSpPr>
        <p:spPr/>
        <p:txBody>
          <a:bodyPr/>
          <a:lstStyle/>
          <a:p>
            <a:fld id="{E6F33C0A-73E5-416E-9A2B-5BA3B33F5DCB}" type="datetimeFigureOut">
              <a:rPr lang="en-IN" smtClean="0"/>
              <a:t>22-10-2022</a:t>
            </a:fld>
            <a:endParaRPr lang="en-IN"/>
          </a:p>
        </p:txBody>
      </p:sp>
      <p:sp>
        <p:nvSpPr>
          <p:cNvPr id="6" name="Footer Placeholder 5">
            <a:extLst>
              <a:ext uri="{FF2B5EF4-FFF2-40B4-BE49-F238E27FC236}">
                <a16:creationId xmlns:a16="http://schemas.microsoft.com/office/drawing/2014/main" id="{ADB48B22-3473-4694-9A19-520A4EBAED5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3E205E-8B5D-4920-B303-42A80FD11F98}"/>
              </a:ext>
            </a:extLst>
          </p:cNvPr>
          <p:cNvSpPr>
            <a:spLocks noGrp="1"/>
          </p:cNvSpPr>
          <p:nvPr>
            <p:ph type="sldNum" sz="quarter" idx="12"/>
          </p:nvPr>
        </p:nvSpPr>
        <p:spPr/>
        <p:txBody>
          <a:bodyPr/>
          <a:lstStyle/>
          <a:p>
            <a:fld id="{E1F64FD6-6F01-4AA8-AE3C-04E300FDFE6B}" type="slidenum">
              <a:rPr lang="en-IN" smtClean="0"/>
              <a:t>‹#›</a:t>
            </a:fld>
            <a:endParaRPr lang="en-IN"/>
          </a:p>
        </p:txBody>
      </p:sp>
    </p:spTree>
    <p:extLst>
      <p:ext uri="{BB962C8B-B14F-4D97-AF65-F5344CB8AC3E}">
        <p14:creationId xmlns:p14="http://schemas.microsoft.com/office/powerpoint/2010/main" val="2731306087"/>
      </p:ext>
    </p:extLst>
  </p:cSld>
  <p:clrMapOvr>
    <a:masterClrMapping/>
  </p:clrMapOvr>
  <p:transition spd="med" advTm="7000">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6CD66-2708-44DA-80B8-2F296B803DB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53FC0E-9FC6-420B-A55B-364DA9990D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59E6D5-5B23-4EEF-B78A-761AEF17A919}"/>
              </a:ext>
            </a:extLst>
          </p:cNvPr>
          <p:cNvSpPr>
            <a:spLocks noGrp="1"/>
          </p:cNvSpPr>
          <p:nvPr>
            <p:ph type="dt" sz="half" idx="10"/>
          </p:nvPr>
        </p:nvSpPr>
        <p:spPr/>
        <p:txBody>
          <a:bodyPr/>
          <a:lstStyle/>
          <a:p>
            <a:fld id="{E6F33C0A-73E5-416E-9A2B-5BA3B33F5DCB}" type="datetimeFigureOut">
              <a:rPr lang="en-IN" smtClean="0"/>
              <a:t>22-10-2022</a:t>
            </a:fld>
            <a:endParaRPr lang="en-IN"/>
          </a:p>
        </p:txBody>
      </p:sp>
      <p:sp>
        <p:nvSpPr>
          <p:cNvPr id="5" name="Footer Placeholder 4">
            <a:extLst>
              <a:ext uri="{FF2B5EF4-FFF2-40B4-BE49-F238E27FC236}">
                <a16:creationId xmlns:a16="http://schemas.microsoft.com/office/drawing/2014/main" id="{033F9A92-8418-4C51-A6BD-DF6E9C2033E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47BD45-11C7-448C-87CD-DBCDB3E114D1}"/>
              </a:ext>
            </a:extLst>
          </p:cNvPr>
          <p:cNvSpPr>
            <a:spLocks noGrp="1"/>
          </p:cNvSpPr>
          <p:nvPr>
            <p:ph type="sldNum" sz="quarter" idx="12"/>
          </p:nvPr>
        </p:nvSpPr>
        <p:spPr/>
        <p:txBody>
          <a:bodyPr/>
          <a:lstStyle/>
          <a:p>
            <a:fld id="{E1F64FD6-6F01-4AA8-AE3C-04E300FDFE6B}" type="slidenum">
              <a:rPr lang="en-IN" smtClean="0"/>
              <a:t>‹#›</a:t>
            </a:fld>
            <a:endParaRPr lang="en-IN"/>
          </a:p>
        </p:txBody>
      </p:sp>
    </p:spTree>
    <p:extLst>
      <p:ext uri="{BB962C8B-B14F-4D97-AF65-F5344CB8AC3E}">
        <p14:creationId xmlns:p14="http://schemas.microsoft.com/office/powerpoint/2010/main" val="798656729"/>
      </p:ext>
    </p:extLst>
  </p:cSld>
  <p:clrMapOvr>
    <a:masterClrMapping/>
  </p:clrMapOvr>
  <p:transition spd="med" advTm="7000">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A75F9A-D6D9-4226-A538-E173EE6E500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07455D5-6D61-4C3F-9F4A-1C870CDB6F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D1105E-DD08-4F0C-8B22-6C94702C200A}"/>
              </a:ext>
            </a:extLst>
          </p:cNvPr>
          <p:cNvSpPr>
            <a:spLocks noGrp="1"/>
          </p:cNvSpPr>
          <p:nvPr>
            <p:ph type="dt" sz="half" idx="10"/>
          </p:nvPr>
        </p:nvSpPr>
        <p:spPr/>
        <p:txBody>
          <a:bodyPr/>
          <a:lstStyle/>
          <a:p>
            <a:fld id="{E6F33C0A-73E5-416E-9A2B-5BA3B33F5DCB}" type="datetimeFigureOut">
              <a:rPr lang="en-IN" smtClean="0"/>
              <a:t>22-10-2022</a:t>
            </a:fld>
            <a:endParaRPr lang="en-IN"/>
          </a:p>
        </p:txBody>
      </p:sp>
      <p:sp>
        <p:nvSpPr>
          <p:cNvPr id="5" name="Footer Placeholder 4">
            <a:extLst>
              <a:ext uri="{FF2B5EF4-FFF2-40B4-BE49-F238E27FC236}">
                <a16:creationId xmlns:a16="http://schemas.microsoft.com/office/drawing/2014/main" id="{5CE5E4BE-9A8A-4155-AC97-A5B483DFDE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001EAFB-0E70-4180-AEE0-AFB759B43E87}"/>
              </a:ext>
            </a:extLst>
          </p:cNvPr>
          <p:cNvSpPr>
            <a:spLocks noGrp="1"/>
          </p:cNvSpPr>
          <p:nvPr>
            <p:ph type="sldNum" sz="quarter" idx="12"/>
          </p:nvPr>
        </p:nvSpPr>
        <p:spPr/>
        <p:txBody>
          <a:bodyPr/>
          <a:lstStyle/>
          <a:p>
            <a:fld id="{E1F64FD6-6F01-4AA8-AE3C-04E300FDFE6B}" type="slidenum">
              <a:rPr lang="en-IN" smtClean="0"/>
              <a:t>‹#›</a:t>
            </a:fld>
            <a:endParaRPr lang="en-IN"/>
          </a:p>
        </p:txBody>
      </p:sp>
    </p:spTree>
    <p:extLst>
      <p:ext uri="{BB962C8B-B14F-4D97-AF65-F5344CB8AC3E}">
        <p14:creationId xmlns:p14="http://schemas.microsoft.com/office/powerpoint/2010/main" val="2476920174"/>
      </p:ext>
    </p:extLst>
  </p:cSld>
  <p:clrMapOvr>
    <a:masterClrMapping/>
  </p:clrMapOvr>
  <p:transition spd="med" advTm="700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AC2807-8E90-4856-88A1-8DD1516060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334CDBE-B2E8-4FBD-A4F4-3C4D18B6B8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985C32-F316-4109-9342-F3C60B07A4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33C0A-73E5-416E-9A2B-5BA3B33F5DCB}" type="datetimeFigureOut">
              <a:rPr lang="en-IN" smtClean="0"/>
              <a:t>22-10-2022</a:t>
            </a:fld>
            <a:endParaRPr lang="en-IN"/>
          </a:p>
        </p:txBody>
      </p:sp>
      <p:sp>
        <p:nvSpPr>
          <p:cNvPr id="5" name="Footer Placeholder 4">
            <a:extLst>
              <a:ext uri="{FF2B5EF4-FFF2-40B4-BE49-F238E27FC236}">
                <a16:creationId xmlns:a16="http://schemas.microsoft.com/office/drawing/2014/main" id="{DEF0742D-ED3B-4751-8012-E047A18C6F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1A76775-7330-4C40-9AD6-8A522A3792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F64FD6-6F01-4AA8-AE3C-04E300FDFE6B}" type="slidenum">
              <a:rPr lang="en-IN" smtClean="0"/>
              <a:t>‹#›</a:t>
            </a:fld>
            <a:endParaRPr lang="en-IN"/>
          </a:p>
        </p:txBody>
      </p:sp>
    </p:spTree>
    <p:extLst>
      <p:ext uri="{BB962C8B-B14F-4D97-AF65-F5344CB8AC3E}">
        <p14:creationId xmlns:p14="http://schemas.microsoft.com/office/powerpoint/2010/main" val="32114433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med" advTm="7000">
    <p:fad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Alternate Process 4">
            <a:extLst>
              <a:ext uri="{FF2B5EF4-FFF2-40B4-BE49-F238E27FC236}">
                <a16:creationId xmlns:a16="http://schemas.microsoft.com/office/drawing/2014/main" id="{C7F731E2-E630-4CCE-B333-59BE17274697}"/>
              </a:ext>
            </a:extLst>
          </p:cNvPr>
          <p:cNvSpPr/>
          <p:nvPr/>
        </p:nvSpPr>
        <p:spPr>
          <a:xfrm>
            <a:off x="246667" y="225778"/>
            <a:ext cx="11698665" cy="2690526"/>
          </a:xfrm>
          <a:prstGeom prst="flowChartAlternateProcess">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1500" dirty="0">
                <a:ln w="0"/>
                <a:solidFill>
                  <a:schemeClr val="tx1"/>
                </a:solidFill>
                <a:effectLst>
                  <a:outerShdw blurRad="38100" dist="19050" dir="2700000" algn="tl" rotWithShape="0">
                    <a:schemeClr val="dk1">
                      <a:alpha val="40000"/>
                    </a:schemeClr>
                  </a:outerShdw>
                </a:effectLst>
                <a:latin typeface="Gabriola" panose="04040605051002020D02" pitchFamily="82" charset="0"/>
              </a:rPr>
              <a:t>THIRD EYE FOR BLIND</a:t>
            </a:r>
          </a:p>
        </p:txBody>
      </p:sp>
      <p:sp>
        <p:nvSpPr>
          <p:cNvPr id="9" name="Rectangle 8">
            <a:extLst>
              <a:ext uri="{FF2B5EF4-FFF2-40B4-BE49-F238E27FC236}">
                <a16:creationId xmlns:a16="http://schemas.microsoft.com/office/drawing/2014/main" id="{C863BEC3-DA70-4A30-A32D-DCF696EFB8BD}"/>
              </a:ext>
            </a:extLst>
          </p:cNvPr>
          <p:cNvSpPr/>
          <p:nvPr/>
        </p:nvSpPr>
        <p:spPr>
          <a:xfrm>
            <a:off x="3035030" y="2907180"/>
            <a:ext cx="68093" cy="2287390"/>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A44DBFD-FDBB-49FC-A75D-C99FA50698A4}"/>
              </a:ext>
            </a:extLst>
          </p:cNvPr>
          <p:cNvSpPr/>
          <p:nvPr/>
        </p:nvSpPr>
        <p:spPr>
          <a:xfrm rot="5400000">
            <a:off x="3920942" y="4308658"/>
            <a:ext cx="68093" cy="170373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1F76EC7-0E9C-4FAB-BCF2-33E99A8D1BA0}"/>
              </a:ext>
            </a:extLst>
          </p:cNvPr>
          <p:cNvSpPr/>
          <p:nvPr/>
        </p:nvSpPr>
        <p:spPr>
          <a:xfrm rot="5400000">
            <a:off x="3920942" y="2855070"/>
            <a:ext cx="68093" cy="1703731"/>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Flowchart: Alternate Process 11">
            <a:extLst>
              <a:ext uri="{FF2B5EF4-FFF2-40B4-BE49-F238E27FC236}">
                <a16:creationId xmlns:a16="http://schemas.microsoft.com/office/drawing/2014/main" id="{42272FA1-07A5-41B5-B6D6-9002073A12C5}"/>
              </a:ext>
            </a:extLst>
          </p:cNvPr>
          <p:cNvSpPr/>
          <p:nvPr/>
        </p:nvSpPr>
        <p:spPr>
          <a:xfrm>
            <a:off x="4806854" y="3045548"/>
            <a:ext cx="4483061" cy="1331899"/>
          </a:xfrm>
          <a:prstGeom prst="flowChartAlternateProcess">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6000" dirty="0">
                <a:ln w="0"/>
                <a:solidFill>
                  <a:schemeClr val="tx1"/>
                </a:solidFill>
                <a:effectLst>
                  <a:outerShdw blurRad="38100" dist="19050" dir="2700000" algn="tl" rotWithShape="0">
                    <a:schemeClr val="dk1">
                      <a:alpha val="40000"/>
                    </a:schemeClr>
                  </a:outerShdw>
                </a:effectLst>
                <a:latin typeface="Gabriola" panose="04040605051002020D02" pitchFamily="82" charset="0"/>
              </a:rPr>
              <a:t>GOGGLES</a:t>
            </a:r>
          </a:p>
        </p:txBody>
      </p:sp>
      <p:sp>
        <p:nvSpPr>
          <p:cNvPr id="13" name="Flowchart: Alternate Process 12">
            <a:extLst>
              <a:ext uri="{FF2B5EF4-FFF2-40B4-BE49-F238E27FC236}">
                <a16:creationId xmlns:a16="http://schemas.microsoft.com/office/drawing/2014/main" id="{B3B59465-EF76-4E19-B49F-89BF5C608526}"/>
              </a:ext>
            </a:extLst>
          </p:cNvPr>
          <p:cNvSpPr/>
          <p:nvPr/>
        </p:nvSpPr>
        <p:spPr>
          <a:xfrm>
            <a:off x="4806853" y="4506692"/>
            <a:ext cx="4483061" cy="1331899"/>
          </a:xfrm>
          <a:prstGeom prst="flowChartAlternateProcess">
            <a:avLst/>
          </a:prstGeom>
          <a:solidFill>
            <a:schemeClr val="accent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6600" dirty="0">
                <a:ln w="0"/>
                <a:solidFill>
                  <a:schemeClr val="tx1"/>
                </a:solidFill>
                <a:effectLst>
                  <a:outerShdw blurRad="38100" dist="19050" dir="2700000" algn="tl" rotWithShape="0">
                    <a:schemeClr val="dk1">
                      <a:alpha val="40000"/>
                    </a:schemeClr>
                  </a:outerShdw>
                </a:effectLst>
                <a:latin typeface="Gabriola" panose="04040605051002020D02" pitchFamily="82" charset="0"/>
              </a:rPr>
              <a:t>STICK </a:t>
            </a:r>
          </a:p>
        </p:txBody>
      </p:sp>
    </p:spTree>
    <p:extLst>
      <p:ext uri="{BB962C8B-B14F-4D97-AF65-F5344CB8AC3E}">
        <p14:creationId xmlns:p14="http://schemas.microsoft.com/office/powerpoint/2010/main" val="2732286920"/>
      </p:ext>
    </p:extLst>
  </p:cSld>
  <p:clrMapOvr>
    <a:masterClrMapping/>
  </p:clrMapOvr>
  <p:transition spd="med" advTm="70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Alternate Process 3">
            <a:extLst>
              <a:ext uri="{FF2B5EF4-FFF2-40B4-BE49-F238E27FC236}">
                <a16:creationId xmlns:a16="http://schemas.microsoft.com/office/drawing/2014/main" id="{DE404E89-14CF-4333-AFEA-BA60A5232206}"/>
              </a:ext>
            </a:extLst>
          </p:cNvPr>
          <p:cNvSpPr/>
          <p:nvPr/>
        </p:nvSpPr>
        <p:spPr>
          <a:xfrm>
            <a:off x="918423" y="159103"/>
            <a:ext cx="10355154" cy="1283198"/>
          </a:xfrm>
          <a:prstGeom prst="flowChartAlternateProcess">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9600" dirty="0">
                <a:ln w="0"/>
                <a:solidFill>
                  <a:schemeClr val="tx1"/>
                </a:solidFill>
                <a:effectLst>
                  <a:outerShdw blurRad="38100" dist="19050" dir="2700000" algn="tl" rotWithShape="0">
                    <a:schemeClr val="dk1">
                      <a:alpha val="40000"/>
                    </a:schemeClr>
                  </a:outerShdw>
                </a:effectLst>
                <a:latin typeface="Gabriola" panose="04040605051002020D02" pitchFamily="82" charset="0"/>
              </a:rPr>
              <a:t>STICK</a:t>
            </a:r>
          </a:p>
        </p:txBody>
      </p:sp>
      <p:sp>
        <p:nvSpPr>
          <p:cNvPr id="5" name="TextBox 4">
            <a:extLst>
              <a:ext uri="{FF2B5EF4-FFF2-40B4-BE49-F238E27FC236}">
                <a16:creationId xmlns:a16="http://schemas.microsoft.com/office/drawing/2014/main" id="{7E354AD7-1747-4333-B3AE-D86727DAAA79}"/>
              </a:ext>
            </a:extLst>
          </p:cNvPr>
          <p:cNvSpPr txBox="1"/>
          <p:nvPr/>
        </p:nvSpPr>
        <p:spPr>
          <a:xfrm>
            <a:off x="918423" y="1442301"/>
            <a:ext cx="5282352" cy="646331"/>
          </a:xfrm>
          <a:prstGeom prst="rect">
            <a:avLst/>
          </a:prstGeom>
          <a:noFill/>
        </p:spPr>
        <p:txBody>
          <a:bodyPr wrap="square" rtlCol="0">
            <a:spAutoFit/>
          </a:bodyPr>
          <a:lstStyle/>
          <a:p>
            <a:r>
              <a:rPr lang="en-US" sz="3600" dirty="0">
                <a:latin typeface="Bahnschrift Condensed" panose="020B0502040204020203" pitchFamily="34" charset="0"/>
              </a:rPr>
              <a:t>MATERIAL USED:-</a:t>
            </a:r>
          </a:p>
        </p:txBody>
      </p:sp>
      <p:sp>
        <p:nvSpPr>
          <p:cNvPr id="6" name="TextBox 5">
            <a:extLst>
              <a:ext uri="{FF2B5EF4-FFF2-40B4-BE49-F238E27FC236}">
                <a16:creationId xmlns:a16="http://schemas.microsoft.com/office/drawing/2014/main" id="{08035312-0BE8-433E-AC2E-1C17C178E7A2}"/>
              </a:ext>
            </a:extLst>
          </p:cNvPr>
          <p:cNvSpPr txBox="1"/>
          <p:nvPr/>
        </p:nvSpPr>
        <p:spPr>
          <a:xfrm>
            <a:off x="1023198" y="2171210"/>
            <a:ext cx="10355153" cy="4837222"/>
          </a:xfrm>
          <a:prstGeom prst="rect">
            <a:avLst/>
          </a:prstGeom>
          <a:noFill/>
        </p:spPr>
        <p:txBody>
          <a:bodyPr wrap="square" rtlCol="0">
            <a:spAutoFit/>
          </a:bodyPr>
          <a:lstStyle/>
          <a:p>
            <a:pPr marL="342900" marR="0" lvl="0" indent="-342900">
              <a:lnSpc>
                <a:spcPct val="115000"/>
              </a:lnSpc>
              <a:spcBef>
                <a:spcPts val="0"/>
              </a:spcBef>
              <a:spcAft>
                <a:spcPts val="0"/>
              </a:spcAft>
              <a:buFont typeface="+mj-lt"/>
              <a:buAutoNum type="arabicPeriod"/>
            </a:pPr>
            <a:r>
              <a:rPr lang="en-IN" sz="2400" kern="1200" dirty="0">
                <a:solidFill>
                  <a:srgbClr val="000000"/>
                </a:solidFill>
                <a:effectLst/>
                <a:latin typeface="Bahnschrift Condensed" panose="020B0502040204020203" pitchFamily="34" charset="0"/>
              </a:rPr>
              <a:t>Arduino </a:t>
            </a:r>
            <a:r>
              <a:rPr lang="en-IN" sz="2400" dirty="0">
                <a:latin typeface="Bahnschrift Condensed" panose="020B0502040204020203" pitchFamily="34" charset="0"/>
                <a:ea typeface="Calibri" panose="020F0502020204030204" pitchFamily="34" charset="0"/>
                <a:cs typeface="Mangal" panose="02040503050203030202" pitchFamily="18" charset="0"/>
              </a:rPr>
              <a:t>UNO</a:t>
            </a:r>
            <a:r>
              <a:rPr lang="en-IN" sz="2400" kern="1200" dirty="0">
                <a:solidFill>
                  <a:srgbClr val="000000"/>
                </a:solidFill>
                <a:effectLst/>
                <a:latin typeface="Bahnschrift Condensed" panose="020B0502040204020203" pitchFamily="34" charset="0"/>
              </a:rPr>
              <a:t> R3 ATmega16U2 ATmega328 (DIP)</a:t>
            </a:r>
            <a:endParaRPr lang="en-US" sz="2400" dirty="0">
              <a:effectLst/>
              <a:latin typeface="Bahnschrift Condensed" panose="020B0502040204020203" pitchFamily="34" charset="0"/>
              <a:ea typeface="Calibri" panose="020F0502020204030204" pitchFamily="34" charset="0"/>
              <a:cs typeface="Mangal" panose="02040503050203030202" pitchFamily="18" charset="0"/>
            </a:endParaRPr>
          </a:p>
          <a:p>
            <a:pPr marL="342900" marR="0" lvl="0" indent="-342900">
              <a:lnSpc>
                <a:spcPct val="115000"/>
              </a:lnSpc>
              <a:spcBef>
                <a:spcPts val="0"/>
              </a:spcBef>
              <a:spcAft>
                <a:spcPts val="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Stick</a:t>
            </a:r>
          </a:p>
          <a:p>
            <a:pPr marL="342900" marR="0" lvl="0" indent="-342900">
              <a:lnSpc>
                <a:spcPct val="115000"/>
              </a:lnSpc>
              <a:spcBef>
                <a:spcPts val="0"/>
              </a:spcBef>
              <a:spcAft>
                <a:spcPts val="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HC-SR04 Ultrasonic Sensor</a:t>
            </a:r>
          </a:p>
          <a:p>
            <a:pPr marL="342900" marR="0" lvl="0" indent="-342900">
              <a:lnSpc>
                <a:spcPct val="115000"/>
              </a:lnSpc>
              <a:spcBef>
                <a:spcPts val="0"/>
              </a:spcBef>
              <a:spcAft>
                <a:spcPts val="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Jumper Wires</a:t>
            </a:r>
          </a:p>
          <a:p>
            <a:pPr marL="342900" marR="0" lvl="0" indent="-342900">
              <a:lnSpc>
                <a:spcPct val="115000"/>
              </a:lnSpc>
              <a:spcBef>
                <a:spcPts val="0"/>
              </a:spcBef>
              <a:spcAft>
                <a:spcPts val="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DC Buzzer</a:t>
            </a:r>
          </a:p>
          <a:p>
            <a:pPr marL="342900" marR="0" lvl="0" indent="-342900">
              <a:lnSpc>
                <a:spcPct val="115000"/>
              </a:lnSpc>
              <a:spcBef>
                <a:spcPts val="0"/>
              </a:spcBef>
              <a:spcAft>
                <a:spcPts val="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Battery Connector</a:t>
            </a:r>
          </a:p>
          <a:p>
            <a:pPr marL="342900" marR="0" lvl="0" indent="-342900">
              <a:lnSpc>
                <a:spcPct val="115000"/>
              </a:lnSpc>
              <a:spcBef>
                <a:spcPts val="0"/>
              </a:spcBef>
              <a:spcAft>
                <a:spcPts val="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9V Battery </a:t>
            </a:r>
          </a:p>
          <a:p>
            <a:pPr marL="342900" marR="0" lvl="0" indent="-342900">
              <a:lnSpc>
                <a:spcPct val="115000"/>
              </a:lnSpc>
              <a:spcBef>
                <a:spcPts val="0"/>
              </a:spcBef>
              <a:spcAft>
                <a:spcPts val="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Cable Tie Clips</a:t>
            </a:r>
          </a:p>
          <a:p>
            <a:pPr marL="342900" marR="0" lvl="0" indent="-342900">
              <a:lnSpc>
                <a:spcPct val="115000"/>
              </a:lnSpc>
              <a:spcBef>
                <a:spcPts val="0"/>
              </a:spcBef>
              <a:spcAft>
                <a:spcPts val="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Soldering Iron</a:t>
            </a:r>
          </a:p>
          <a:p>
            <a:pPr marL="342900" marR="0" lvl="0" indent="-342900">
              <a:lnSpc>
                <a:spcPct val="115000"/>
              </a:lnSpc>
              <a:spcBef>
                <a:spcPts val="0"/>
              </a:spcBef>
              <a:spcAft>
                <a:spcPts val="100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Soldering Wax</a:t>
            </a:r>
          </a:p>
          <a:p>
            <a:endParaRPr lang="en-US" sz="2400" dirty="0">
              <a:latin typeface="Bahnschrift Condensed" panose="020B0502040204020203" pitchFamily="34" charset="0"/>
            </a:endParaRPr>
          </a:p>
        </p:txBody>
      </p:sp>
    </p:spTree>
    <p:extLst>
      <p:ext uri="{BB962C8B-B14F-4D97-AF65-F5344CB8AC3E}">
        <p14:creationId xmlns:p14="http://schemas.microsoft.com/office/powerpoint/2010/main" val="2230570317"/>
      </p:ext>
    </p:extLst>
  </p:cSld>
  <p:clrMapOvr>
    <a:masterClrMapping/>
  </p:clrMapOvr>
  <p:transition spd="med" advTm="70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354AD7-1747-4333-B3AE-D86727DAAA79}"/>
              </a:ext>
            </a:extLst>
          </p:cNvPr>
          <p:cNvSpPr txBox="1"/>
          <p:nvPr/>
        </p:nvSpPr>
        <p:spPr>
          <a:xfrm>
            <a:off x="642198" y="167943"/>
            <a:ext cx="5282352" cy="830997"/>
          </a:xfrm>
          <a:prstGeom prst="rect">
            <a:avLst/>
          </a:prstGeom>
          <a:noFill/>
        </p:spPr>
        <p:txBody>
          <a:bodyPr wrap="square" rtlCol="0">
            <a:spAutoFit/>
          </a:bodyPr>
          <a:lstStyle/>
          <a:p>
            <a:r>
              <a:rPr lang="en-US" sz="4800" dirty="0">
                <a:latin typeface="Bahnschrift Condensed" panose="020B0502040204020203" pitchFamily="34" charset="0"/>
              </a:rPr>
              <a:t>PROCEDURE :-</a:t>
            </a:r>
          </a:p>
        </p:txBody>
      </p:sp>
      <p:sp>
        <p:nvSpPr>
          <p:cNvPr id="6" name="TextBox 5">
            <a:extLst>
              <a:ext uri="{FF2B5EF4-FFF2-40B4-BE49-F238E27FC236}">
                <a16:creationId xmlns:a16="http://schemas.microsoft.com/office/drawing/2014/main" id="{08035312-0BE8-433E-AC2E-1C17C178E7A2}"/>
              </a:ext>
            </a:extLst>
          </p:cNvPr>
          <p:cNvSpPr txBox="1"/>
          <p:nvPr/>
        </p:nvSpPr>
        <p:spPr>
          <a:xfrm>
            <a:off x="476250" y="1285875"/>
            <a:ext cx="10153650" cy="4540730"/>
          </a:xfrm>
          <a:prstGeom prst="rect">
            <a:avLst/>
          </a:prstGeom>
          <a:noFill/>
        </p:spPr>
        <p:txBody>
          <a:bodyPr wrap="square" rtlCol="0">
            <a:spAutoFit/>
          </a:bodyPr>
          <a:lstStyle/>
          <a:p>
            <a:pPr marL="457200" marR="0" lvl="0" indent="-457200">
              <a:lnSpc>
                <a:spcPct val="115000"/>
              </a:lnSpc>
              <a:spcBef>
                <a:spcPts val="0"/>
              </a:spcBef>
              <a:spcAft>
                <a:spcPts val="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Take a PVC Pipe(rod), then with the help of Cable Tie Clips attach the Sensor to the rod.</a:t>
            </a:r>
          </a:p>
          <a:p>
            <a:pPr marL="457200" marR="0" lvl="0" indent="-457200">
              <a:lnSpc>
                <a:spcPct val="115000"/>
              </a:lnSpc>
              <a:spcBef>
                <a:spcPts val="0"/>
              </a:spcBef>
              <a:spcAft>
                <a:spcPts val="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Now, after coding the Arduino Motor attach it also to the rod.</a:t>
            </a:r>
          </a:p>
          <a:p>
            <a:pPr marL="457200" marR="0" lvl="0" indent="-457200">
              <a:lnSpc>
                <a:spcPct val="115000"/>
              </a:lnSpc>
              <a:spcBef>
                <a:spcPts val="0"/>
              </a:spcBef>
              <a:spcAft>
                <a:spcPts val="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Connect  the  Jumper wires  to  the  sensor.</a:t>
            </a:r>
          </a:p>
          <a:p>
            <a:pPr marL="457200" marR="0" lvl="0" indent="-457200">
              <a:lnSpc>
                <a:spcPct val="115000"/>
              </a:lnSpc>
              <a:spcBef>
                <a:spcPts val="0"/>
              </a:spcBef>
              <a:spcAft>
                <a:spcPts val="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Connect:  sensor’s VCC to 5V; sensor’s GND to GND; echo to </a:t>
            </a:r>
            <a:r>
              <a:rPr lang="en-US" sz="2400" dirty="0" err="1">
                <a:effectLst/>
                <a:latin typeface="Bahnschrift Condensed" panose="020B0502040204020203" pitchFamily="34" charset="0"/>
                <a:ea typeface="Calibri" panose="020F0502020204030204" pitchFamily="34" charset="0"/>
                <a:cs typeface="Mangal" panose="02040503050203030202" pitchFamily="18" charset="0"/>
              </a:rPr>
              <a:t>arduino</a:t>
            </a:r>
            <a:r>
              <a:rPr lang="en-US" sz="2400" dirty="0">
                <a:effectLst/>
                <a:latin typeface="Bahnschrift Condensed" panose="020B0502040204020203" pitchFamily="34" charset="0"/>
                <a:ea typeface="Calibri" panose="020F0502020204030204" pitchFamily="34" charset="0"/>
                <a:cs typeface="Mangal" panose="02040503050203030202" pitchFamily="18" charset="0"/>
              </a:rPr>
              <a:t> pin(10); trig to </a:t>
            </a:r>
            <a:r>
              <a:rPr lang="en-US" sz="2400" dirty="0" err="1">
                <a:effectLst/>
                <a:latin typeface="Bahnschrift Condensed" panose="020B0502040204020203" pitchFamily="34" charset="0"/>
                <a:ea typeface="Calibri" panose="020F0502020204030204" pitchFamily="34" charset="0"/>
                <a:cs typeface="Mangal" panose="02040503050203030202" pitchFamily="18" charset="0"/>
              </a:rPr>
              <a:t>arduino</a:t>
            </a:r>
            <a:r>
              <a:rPr lang="en-US" sz="2400" dirty="0">
                <a:effectLst/>
                <a:latin typeface="Bahnschrift Condensed" panose="020B0502040204020203" pitchFamily="34" charset="0"/>
                <a:ea typeface="Calibri" panose="020F0502020204030204" pitchFamily="34" charset="0"/>
                <a:cs typeface="Mangal" panose="02040503050203030202" pitchFamily="18" charset="0"/>
              </a:rPr>
              <a:t> pin(9).</a:t>
            </a:r>
          </a:p>
          <a:p>
            <a:pPr marL="457200" marR="0" lvl="0" indent="-457200">
              <a:lnSpc>
                <a:spcPct val="115000"/>
              </a:lnSpc>
              <a:spcBef>
                <a:spcPts val="0"/>
              </a:spcBef>
              <a:spcAft>
                <a:spcPts val="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Connect 3V DC Buzzer’s Negative end to GND &amp; Positive to </a:t>
            </a:r>
            <a:r>
              <a:rPr lang="en-US" sz="2400" dirty="0" err="1">
                <a:effectLst/>
                <a:latin typeface="Bahnschrift Condensed" panose="020B0502040204020203" pitchFamily="34" charset="0"/>
                <a:ea typeface="Calibri" panose="020F0502020204030204" pitchFamily="34" charset="0"/>
                <a:cs typeface="Mangal" panose="02040503050203030202" pitchFamily="18" charset="0"/>
              </a:rPr>
              <a:t>arduino</a:t>
            </a:r>
            <a:r>
              <a:rPr lang="en-US" sz="2400" dirty="0">
                <a:effectLst/>
                <a:latin typeface="Bahnschrift Condensed" panose="020B0502040204020203" pitchFamily="34" charset="0"/>
                <a:ea typeface="Calibri" panose="020F0502020204030204" pitchFamily="34" charset="0"/>
                <a:cs typeface="Mangal" panose="02040503050203030202" pitchFamily="18" charset="0"/>
              </a:rPr>
              <a:t> pin(11).</a:t>
            </a:r>
          </a:p>
          <a:p>
            <a:pPr marL="457200" marR="0" lvl="0" indent="-457200">
              <a:lnSpc>
                <a:spcPct val="115000"/>
              </a:lnSpc>
              <a:spcBef>
                <a:spcPts val="0"/>
              </a:spcBef>
              <a:spcAft>
                <a:spcPts val="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Connect LED to </a:t>
            </a:r>
            <a:r>
              <a:rPr lang="en-US" sz="2400" dirty="0" err="1">
                <a:effectLst/>
                <a:latin typeface="Bahnschrift Condensed" panose="020B0502040204020203" pitchFamily="34" charset="0"/>
                <a:ea typeface="Calibri" panose="020F0502020204030204" pitchFamily="34" charset="0"/>
                <a:cs typeface="Mangal" panose="02040503050203030202" pitchFamily="18" charset="0"/>
              </a:rPr>
              <a:t>arduino</a:t>
            </a:r>
            <a:r>
              <a:rPr lang="en-US" sz="2400" dirty="0">
                <a:effectLst/>
                <a:latin typeface="Bahnschrift Condensed" panose="020B0502040204020203" pitchFamily="34" charset="0"/>
                <a:ea typeface="Calibri" panose="020F0502020204030204" pitchFamily="34" charset="0"/>
                <a:cs typeface="Mangal" panose="02040503050203030202" pitchFamily="18" charset="0"/>
              </a:rPr>
              <a:t> pin(13) &amp; GND.</a:t>
            </a:r>
          </a:p>
          <a:p>
            <a:pPr marL="457200" marR="0" lvl="0" indent="-457200">
              <a:lnSpc>
                <a:spcPct val="115000"/>
              </a:lnSpc>
              <a:spcBef>
                <a:spcPts val="0"/>
              </a:spcBef>
              <a:spcAft>
                <a:spcPts val="1000"/>
              </a:spcAft>
              <a:buFont typeface="+mj-lt"/>
              <a:buAutoNum type="arabicPeriod"/>
            </a:pPr>
            <a:r>
              <a:rPr lang="en-US" sz="2400" dirty="0">
                <a:effectLst/>
                <a:latin typeface="Bahnschrift Condensed" panose="020B0502040204020203" pitchFamily="34" charset="0"/>
                <a:ea typeface="Calibri" panose="020F0502020204030204" pitchFamily="34" charset="0"/>
                <a:cs typeface="Mangal" panose="02040503050203030202" pitchFamily="18" charset="0"/>
              </a:rPr>
              <a:t>Now, join the 9V Battery with the Arduino.</a:t>
            </a:r>
          </a:p>
          <a:p>
            <a:pPr marR="0">
              <a:lnSpc>
                <a:spcPct val="115000"/>
              </a:lnSpc>
              <a:spcBef>
                <a:spcPts val="0"/>
              </a:spcBef>
              <a:spcAft>
                <a:spcPts val="1000"/>
              </a:spcAft>
            </a:pPr>
            <a:endParaRPr lang="en-US" sz="2400" dirty="0">
              <a:effectLst/>
              <a:latin typeface="Bahnschrift Condensed" panose="020B0502040204020203" pitchFamily="34" charset="0"/>
              <a:ea typeface="Calibri" panose="020F0502020204030204" pitchFamily="34" charset="0"/>
              <a:cs typeface="Mangal" panose="02040503050203030202" pitchFamily="18" charset="0"/>
            </a:endParaRPr>
          </a:p>
          <a:p>
            <a:pPr marL="457200" indent="-457200">
              <a:buFont typeface="+mj-lt"/>
              <a:buAutoNum type="arabicPeriod"/>
            </a:pPr>
            <a:endParaRPr lang="en-US" sz="2400" dirty="0">
              <a:latin typeface="Bahnschrift Condensed" panose="020B0502040204020203" pitchFamily="34" charset="0"/>
            </a:endParaRPr>
          </a:p>
        </p:txBody>
      </p:sp>
    </p:spTree>
    <p:extLst>
      <p:ext uri="{BB962C8B-B14F-4D97-AF65-F5344CB8AC3E}">
        <p14:creationId xmlns:p14="http://schemas.microsoft.com/office/powerpoint/2010/main" val="1711454129"/>
      </p:ext>
    </p:extLst>
  </p:cSld>
  <p:clrMapOvr>
    <a:masterClrMapping/>
  </p:clrMapOvr>
  <p:transition spd="med" advTm="70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94E33A0-ABC2-45D2-1D78-3E6B86ABC5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18980" y="521886"/>
            <a:ext cx="8267739" cy="6552326"/>
          </a:xfrm>
          <a:prstGeom prst="rect">
            <a:avLst/>
          </a:prstGeom>
          <a:effectLst>
            <a:outerShdw blurRad="190500" dist="38100" dir="2700000" sx="101000" sy="101000" algn="tl" rotWithShape="0">
              <a:schemeClr val="tx1"/>
            </a:outerShdw>
          </a:effectLst>
        </p:spPr>
      </p:pic>
      <p:sp>
        <p:nvSpPr>
          <p:cNvPr id="9" name="TextBox 8">
            <a:extLst>
              <a:ext uri="{FF2B5EF4-FFF2-40B4-BE49-F238E27FC236}">
                <a16:creationId xmlns:a16="http://schemas.microsoft.com/office/drawing/2014/main" id="{96A2AD67-B2C7-3225-240B-20EDD2758FF4}"/>
              </a:ext>
            </a:extLst>
          </p:cNvPr>
          <p:cNvSpPr txBox="1"/>
          <p:nvPr/>
        </p:nvSpPr>
        <p:spPr>
          <a:xfrm>
            <a:off x="468208" y="167943"/>
            <a:ext cx="5282352" cy="707886"/>
          </a:xfrm>
          <a:prstGeom prst="rect">
            <a:avLst/>
          </a:prstGeom>
          <a:noFill/>
          <a:effectLst>
            <a:outerShdw blurRad="520700" dist="50800" dir="5400000" algn="ctr" rotWithShape="0">
              <a:srgbClr val="FFFF00">
                <a:alpha val="53000"/>
              </a:srgbClr>
            </a:outerShdw>
          </a:effectLst>
        </p:spPr>
        <p:txBody>
          <a:bodyPr wrap="square" rtlCol="0">
            <a:spAutoFit/>
          </a:bodyPr>
          <a:lstStyle/>
          <a:p>
            <a:r>
              <a:rPr lang="en-US" sz="4000" b="1" dirty="0">
                <a:effectLst>
                  <a:outerShdw blurRad="381000" dist="38100" dir="2700000" algn="tl" rotWithShape="0">
                    <a:schemeClr val="bg1">
                      <a:alpha val="73000"/>
                    </a:schemeClr>
                  </a:outerShdw>
                </a:effectLst>
                <a:latin typeface="Bahnschrift Condensed" panose="020B0502040204020203" pitchFamily="34" charset="0"/>
              </a:rPr>
              <a:t>CIRCUIT DIAGRAM :-</a:t>
            </a:r>
          </a:p>
        </p:txBody>
      </p:sp>
    </p:spTree>
    <p:extLst>
      <p:ext uri="{BB962C8B-B14F-4D97-AF65-F5344CB8AC3E}">
        <p14:creationId xmlns:p14="http://schemas.microsoft.com/office/powerpoint/2010/main" val="2042906163"/>
      </p:ext>
    </p:extLst>
  </p:cSld>
  <p:clrMapOvr>
    <a:masterClrMapping/>
  </p:clrMapOvr>
  <p:transition spd="med" advTm="70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Alternate Process 3">
            <a:extLst>
              <a:ext uri="{FF2B5EF4-FFF2-40B4-BE49-F238E27FC236}">
                <a16:creationId xmlns:a16="http://schemas.microsoft.com/office/drawing/2014/main" id="{DE404E89-14CF-4333-AFEA-BA60A5232206}"/>
              </a:ext>
            </a:extLst>
          </p:cNvPr>
          <p:cNvSpPr/>
          <p:nvPr/>
        </p:nvSpPr>
        <p:spPr>
          <a:xfrm>
            <a:off x="918423" y="159103"/>
            <a:ext cx="10355154" cy="888647"/>
          </a:xfrm>
          <a:prstGeom prst="flowChartAlternateProcess">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8000" dirty="0">
                <a:ln w="0"/>
                <a:solidFill>
                  <a:schemeClr val="tx1"/>
                </a:solidFill>
                <a:effectLst>
                  <a:outerShdw blurRad="38100" dist="19050" dir="2700000" algn="tl" rotWithShape="0">
                    <a:schemeClr val="dk1">
                      <a:alpha val="40000"/>
                    </a:schemeClr>
                  </a:outerShdw>
                </a:effectLst>
                <a:latin typeface="Gabriola" panose="04040605051002020D02" pitchFamily="82" charset="0"/>
              </a:rPr>
              <a:t>GOGGLES</a:t>
            </a:r>
          </a:p>
        </p:txBody>
      </p:sp>
      <p:sp>
        <p:nvSpPr>
          <p:cNvPr id="5" name="TextBox 4">
            <a:extLst>
              <a:ext uri="{FF2B5EF4-FFF2-40B4-BE49-F238E27FC236}">
                <a16:creationId xmlns:a16="http://schemas.microsoft.com/office/drawing/2014/main" id="{7E354AD7-1747-4333-B3AE-D86727DAAA79}"/>
              </a:ext>
            </a:extLst>
          </p:cNvPr>
          <p:cNvSpPr txBox="1"/>
          <p:nvPr/>
        </p:nvSpPr>
        <p:spPr>
          <a:xfrm>
            <a:off x="918423" y="1282368"/>
            <a:ext cx="5282352" cy="646331"/>
          </a:xfrm>
          <a:prstGeom prst="rect">
            <a:avLst/>
          </a:prstGeom>
          <a:noFill/>
        </p:spPr>
        <p:txBody>
          <a:bodyPr wrap="square" rtlCol="0">
            <a:spAutoFit/>
          </a:bodyPr>
          <a:lstStyle/>
          <a:p>
            <a:r>
              <a:rPr lang="en-US" sz="3600" dirty="0">
                <a:latin typeface="Bahnschrift Condensed" panose="020B0502040204020203" pitchFamily="34" charset="0"/>
              </a:rPr>
              <a:t>MATERIAL USED:-</a:t>
            </a:r>
          </a:p>
        </p:txBody>
      </p:sp>
      <p:sp>
        <p:nvSpPr>
          <p:cNvPr id="6" name="TextBox 5">
            <a:extLst>
              <a:ext uri="{FF2B5EF4-FFF2-40B4-BE49-F238E27FC236}">
                <a16:creationId xmlns:a16="http://schemas.microsoft.com/office/drawing/2014/main" id="{08035312-0BE8-433E-AC2E-1C17C178E7A2}"/>
              </a:ext>
            </a:extLst>
          </p:cNvPr>
          <p:cNvSpPr txBox="1"/>
          <p:nvPr/>
        </p:nvSpPr>
        <p:spPr>
          <a:xfrm>
            <a:off x="1066800" y="2124075"/>
            <a:ext cx="9563100" cy="3046988"/>
          </a:xfrm>
          <a:prstGeom prst="rect">
            <a:avLst/>
          </a:prstGeom>
          <a:noFill/>
        </p:spPr>
        <p:txBody>
          <a:bodyPr wrap="square" rtlCol="0">
            <a:spAutoFit/>
          </a:bodyPr>
          <a:lstStyle/>
          <a:p>
            <a:pPr marL="342900" indent="-342900">
              <a:buFont typeface="+mj-lt"/>
              <a:buAutoNum type="arabicPeriod"/>
            </a:pPr>
            <a:r>
              <a:rPr lang="en-US" sz="2400" kern="1200" dirty="0">
                <a:solidFill>
                  <a:srgbClr val="000000"/>
                </a:solidFill>
                <a:effectLst/>
                <a:latin typeface="Bahnschrift Condensed" panose="020B0502040204020203" pitchFamily="34" charset="0"/>
                <a:ea typeface="Calibri" panose="020F0502020204030204" pitchFamily="34" charset="0"/>
                <a:cs typeface="Mangal" panose="02040503050203030202" pitchFamily="18" charset="0"/>
              </a:rPr>
              <a:t>Arduino NANO</a:t>
            </a:r>
            <a:endParaRPr lang="en-US" sz="2400" dirty="0">
              <a:effectLst/>
              <a:latin typeface="Bahnschrift Condensed" panose="020B0502040204020203" pitchFamily="34" charset="0"/>
            </a:endParaRPr>
          </a:p>
          <a:p>
            <a:pPr marL="342900" indent="-342900">
              <a:buFont typeface="+mj-lt"/>
              <a:buAutoNum type="arabicPeriod"/>
            </a:pPr>
            <a:r>
              <a:rPr lang="en-IN" sz="2400" dirty="0">
                <a:latin typeface="Bahnschrift Condensed" panose="020B0502040204020203" pitchFamily="34" charset="0"/>
              </a:rPr>
              <a:t>Ultrasonic sensor – 1</a:t>
            </a:r>
          </a:p>
          <a:p>
            <a:pPr marL="342900" indent="-342900">
              <a:buFont typeface="+mj-lt"/>
              <a:buAutoNum type="arabicPeriod"/>
            </a:pPr>
            <a:r>
              <a:rPr lang="en-IN" sz="2400" dirty="0">
                <a:latin typeface="Bahnschrift Condensed" panose="020B0502040204020203" pitchFamily="34" charset="0"/>
              </a:rPr>
              <a:t>On / off switch </a:t>
            </a:r>
          </a:p>
          <a:p>
            <a:pPr marL="342900" indent="-342900">
              <a:buFont typeface="+mj-lt"/>
              <a:buAutoNum type="arabicPeriod"/>
            </a:pPr>
            <a:r>
              <a:rPr lang="en-IN" sz="2400" dirty="0">
                <a:latin typeface="Bahnschrift Condensed" panose="020B0502040204020203" pitchFamily="34" charset="0"/>
              </a:rPr>
              <a:t>Buzzer – 2</a:t>
            </a:r>
          </a:p>
          <a:p>
            <a:pPr marL="342900" indent="-342900">
              <a:buFont typeface="+mj-lt"/>
              <a:buAutoNum type="arabicPeriod"/>
            </a:pPr>
            <a:r>
              <a:rPr lang="en-IN" sz="2400" dirty="0">
                <a:latin typeface="Bahnschrift Condensed" panose="020B0502040204020203" pitchFamily="34" charset="0"/>
              </a:rPr>
              <a:t>Battery </a:t>
            </a:r>
          </a:p>
          <a:p>
            <a:pPr marL="342900" indent="-342900">
              <a:buFont typeface="+mj-lt"/>
              <a:buAutoNum type="arabicPeriod"/>
            </a:pPr>
            <a:r>
              <a:rPr lang="en-IN" sz="2400" dirty="0">
                <a:latin typeface="Bahnschrift Condensed" panose="020B0502040204020203" pitchFamily="34" charset="0"/>
              </a:rPr>
              <a:t>Safety goggles </a:t>
            </a:r>
          </a:p>
          <a:p>
            <a:pPr marL="342900" indent="-342900">
              <a:buFont typeface="+mj-lt"/>
              <a:buAutoNum type="arabicPeriod"/>
            </a:pPr>
            <a:r>
              <a:rPr lang="en-IN" sz="2400" dirty="0">
                <a:latin typeface="Bahnschrift Condensed" panose="020B0502040204020203" pitchFamily="34" charset="0"/>
              </a:rPr>
              <a:t>Wires </a:t>
            </a:r>
          </a:p>
          <a:p>
            <a:pPr marL="342900" indent="-342900">
              <a:buFont typeface="+mj-lt"/>
              <a:buAutoNum type="arabicPeriod"/>
            </a:pPr>
            <a:r>
              <a:rPr lang="en-IN" sz="2400" dirty="0">
                <a:latin typeface="Bahnschrift Condensed" panose="020B0502040204020203" pitchFamily="34" charset="0"/>
              </a:rPr>
              <a:t>Jumper cables</a:t>
            </a:r>
          </a:p>
        </p:txBody>
      </p:sp>
    </p:spTree>
    <p:extLst>
      <p:ext uri="{BB962C8B-B14F-4D97-AF65-F5344CB8AC3E}">
        <p14:creationId xmlns:p14="http://schemas.microsoft.com/office/powerpoint/2010/main" val="3810407274"/>
      </p:ext>
    </p:extLst>
  </p:cSld>
  <p:clrMapOvr>
    <a:masterClrMapping/>
  </p:clrMapOvr>
  <p:transition spd="med" advTm="70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E354AD7-1747-4333-B3AE-D86727DAAA79}"/>
              </a:ext>
            </a:extLst>
          </p:cNvPr>
          <p:cNvSpPr txBox="1"/>
          <p:nvPr/>
        </p:nvSpPr>
        <p:spPr>
          <a:xfrm>
            <a:off x="642198" y="167943"/>
            <a:ext cx="5282352" cy="830997"/>
          </a:xfrm>
          <a:prstGeom prst="rect">
            <a:avLst/>
          </a:prstGeom>
          <a:noFill/>
        </p:spPr>
        <p:txBody>
          <a:bodyPr wrap="square" rtlCol="0">
            <a:spAutoFit/>
          </a:bodyPr>
          <a:lstStyle/>
          <a:p>
            <a:r>
              <a:rPr lang="en-US" sz="4800" dirty="0">
                <a:latin typeface="Bahnschrift Condensed" panose="020B0502040204020203" pitchFamily="34" charset="0"/>
              </a:rPr>
              <a:t>PROCEDURE :-</a:t>
            </a:r>
          </a:p>
        </p:txBody>
      </p:sp>
      <p:sp>
        <p:nvSpPr>
          <p:cNvPr id="6" name="TextBox 5">
            <a:extLst>
              <a:ext uri="{FF2B5EF4-FFF2-40B4-BE49-F238E27FC236}">
                <a16:creationId xmlns:a16="http://schemas.microsoft.com/office/drawing/2014/main" id="{08035312-0BE8-433E-AC2E-1C17C178E7A2}"/>
              </a:ext>
            </a:extLst>
          </p:cNvPr>
          <p:cNvSpPr txBox="1"/>
          <p:nvPr/>
        </p:nvSpPr>
        <p:spPr>
          <a:xfrm>
            <a:off x="476250" y="1285875"/>
            <a:ext cx="10153650" cy="3293209"/>
          </a:xfrm>
          <a:prstGeom prst="rect">
            <a:avLst/>
          </a:prstGeom>
          <a:noFill/>
        </p:spPr>
        <p:txBody>
          <a:bodyPr wrap="square" rtlCol="0">
            <a:spAutoFit/>
          </a:bodyPr>
          <a:lstStyle/>
          <a:p>
            <a:pPr marL="514350" indent="-514350">
              <a:buFont typeface="+mj-lt"/>
              <a:buAutoNum type="arabicPeriod"/>
            </a:pPr>
            <a:r>
              <a:rPr lang="en-IN" sz="3600" dirty="0">
                <a:latin typeface="Bahnschrift Condensed" panose="020B0502040204020203" pitchFamily="34" charset="0"/>
              </a:rPr>
              <a:t>Fix ultrasonic sensor on the centre of the goggle.</a:t>
            </a:r>
          </a:p>
          <a:p>
            <a:pPr marL="514350" indent="-514350">
              <a:buFont typeface="+mj-lt"/>
              <a:buAutoNum type="arabicPeriod"/>
            </a:pPr>
            <a:r>
              <a:rPr lang="en-IN" sz="3600" dirty="0">
                <a:latin typeface="Bahnschrift Condensed" panose="020B0502040204020203" pitchFamily="34" charset="0"/>
              </a:rPr>
              <a:t>Attach battery to one side of the goggle.</a:t>
            </a:r>
          </a:p>
          <a:p>
            <a:pPr marL="514350" indent="-514350">
              <a:buFont typeface="+mj-lt"/>
              <a:buAutoNum type="arabicPeriod"/>
            </a:pPr>
            <a:r>
              <a:rPr lang="en-IN" sz="3600" dirty="0">
                <a:latin typeface="Bahnschrift Condensed" panose="020B0502040204020203" pitchFamily="34" charset="0"/>
              </a:rPr>
              <a:t>Connect vibration motor and buzzer on both sides.</a:t>
            </a:r>
          </a:p>
          <a:p>
            <a:pPr marL="514350" indent="-514350">
              <a:buFont typeface="+mj-lt"/>
              <a:buAutoNum type="arabicPeriod"/>
            </a:pPr>
            <a:r>
              <a:rPr lang="en-IN" sz="3600" dirty="0">
                <a:latin typeface="Bahnschrift Condensed" panose="020B0502040204020203" pitchFamily="34" charset="0"/>
              </a:rPr>
              <a:t>Put the switch and Arduino on the battery.</a:t>
            </a:r>
          </a:p>
          <a:p>
            <a:pPr marL="514350" indent="-514350">
              <a:buFont typeface="+mj-lt"/>
              <a:buAutoNum type="arabicPeriod"/>
            </a:pPr>
            <a:r>
              <a:rPr lang="en-IN" sz="3600" dirty="0">
                <a:latin typeface="Bahnschrift Condensed" panose="020B0502040204020203" pitchFamily="34" charset="0"/>
              </a:rPr>
              <a:t>Connect the wires. </a:t>
            </a:r>
          </a:p>
          <a:p>
            <a:pPr marL="0" indent="0">
              <a:buNone/>
            </a:pPr>
            <a:endParaRPr lang="en-IN" sz="2800" dirty="0">
              <a:latin typeface="Bahnschrift Condensed" panose="020B0502040204020203" pitchFamily="34" charset="0"/>
            </a:endParaRPr>
          </a:p>
        </p:txBody>
      </p:sp>
    </p:spTree>
    <p:extLst>
      <p:ext uri="{BB962C8B-B14F-4D97-AF65-F5344CB8AC3E}">
        <p14:creationId xmlns:p14="http://schemas.microsoft.com/office/powerpoint/2010/main" val="2809396767"/>
      </p:ext>
    </p:extLst>
  </p:cSld>
  <p:clrMapOvr>
    <a:masterClrMapping/>
  </p:clrMapOvr>
  <p:transition spd="med" advTm="70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CC7C8EB0-FCB4-4B48-9530-725E1A1F81FE}"/>
              </a:ext>
            </a:extLst>
          </p:cNvPr>
          <p:cNvSpPr txBox="1"/>
          <p:nvPr/>
        </p:nvSpPr>
        <p:spPr>
          <a:xfrm>
            <a:off x="813648" y="167943"/>
            <a:ext cx="5282352" cy="707886"/>
          </a:xfrm>
          <a:prstGeom prst="rect">
            <a:avLst/>
          </a:prstGeom>
          <a:noFill/>
          <a:effectLst>
            <a:outerShdw blurRad="520700" dist="50800" dir="5400000" algn="ctr" rotWithShape="0">
              <a:srgbClr val="FFFF00">
                <a:alpha val="53000"/>
              </a:srgbClr>
            </a:outerShdw>
          </a:effectLst>
        </p:spPr>
        <p:txBody>
          <a:bodyPr wrap="square" rtlCol="0">
            <a:spAutoFit/>
          </a:bodyPr>
          <a:lstStyle/>
          <a:p>
            <a:r>
              <a:rPr lang="en-US" sz="4000" b="1" dirty="0">
                <a:effectLst>
                  <a:outerShdw blurRad="381000" dist="38100" dir="2700000" algn="tl" rotWithShape="0">
                    <a:schemeClr val="bg1">
                      <a:alpha val="73000"/>
                    </a:schemeClr>
                  </a:outerShdw>
                </a:effectLst>
                <a:latin typeface="Bahnschrift Condensed" panose="020B0502040204020203" pitchFamily="34" charset="0"/>
              </a:rPr>
              <a:t>CIRCUIT DIAGRAM :-</a:t>
            </a:r>
          </a:p>
        </p:txBody>
      </p:sp>
      <p:pic>
        <p:nvPicPr>
          <p:cNvPr id="2" name="Picture 1">
            <a:extLst>
              <a:ext uri="{FF2B5EF4-FFF2-40B4-BE49-F238E27FC236}">
                <a16:creationId xmlns:a16="http://schemas.microsoft.com/office/drawing/2014/main" id="{D84AB239-7969-702C-A83B-30E3CE8CD0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4812" y="1273070"/>
            <a:ext cx="8569095" cy="5666210"/>
          </a:xfrm>
          <a:prstGeom prst="rect">
            <a:avLst/>
          </a:prstGeom>
          <a:effectLst>
            <a:outerShdw blurRad="203200" dist="38100" dir="2700000" algn="tl" rotWithShape="0">
              <a:schemeClr val="tx1"/>
            </a:outerShdw>
          </a:effectLst>
        </p:spPr>
      </p:pic>
    </p:spTree>
    <p:extLst>
      <p:ext uri="{BB962C8B-B14F-4D97-AF65-F5344CB8AC3E}">
        <p14:creationId xmlns:p14="http://schemas.microsoft.com/office/powerpoint/2010/main" val="2639925862"/>
      </p:ext>
    </p:extLst>
  </p:cSld>
  <p:clrMapOvr>
    <a:masterClrMapping/>
  </p:clrMapOvr>
  <p:transition spd="med" advTm="70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0CD7F3-E559-2E93-4A87-57D66C94D326}"/>
              </a:ext>
            </a:extLst>
          </p:cNvPr>
          <p:cNvSpPr>
            <a:spLocks noGrp="1"/>
          </p:cNvSpPr>
          <p:nvPr>
            <p:ph idx="1"/>
          </p:nvPr>
        </p:nvSpPr>
        <p:spPr>
          <a:xfrm>
            <a:off x="0" y="0"/>
            <a:ext cx="12192000" cy="7004115"/>
          </a:xfrm>
          <a:solidFill>
            <a:srgbClr val="F9F3DA"/>
          </a:solidFill>
        </p:spPr>
        <p:txBody>
          <a:bodyPr>
            <a:normAutofit/>
          </a:bodyPr>
          <a:lstStyle/>
          <a:p>
            <a:pPr marL="0" indent="0" fontAlgn="base">
              <a:buNone/>
            </a:pPr>
            <a:r>
              <a:rPr lang="en-US" sz="11500" dirty="0">
                <a:ln w="0"/>
                <a:effectLst>
                  <a:outerShdw blurRad="38100" dist="19050" dir="2700000" algn="tl" rotWithShape="0">
                    <a:schemeClr val="dk1">
                      <a:alpha val="40000"/>
                    </a:schemeClr>
                  </a:outerShdw>
                </a:effectLst>
                <a:latin typeface="Gabriola" panose="04040605051002020D02" pitchFamily="82" charset="0"/>
              </a:rPr>
              <a:t>Advantages</a:t>
            </a:r>
          </a:p>
          <a:p>
            <a:pPr fontAlgn="base"/>
            <a:r>
              <a:rPr lang="en-US" sz="3600" dirty="0">
                <a:latin typeface="Bahnschrift Condensed" panose="020B0502040204020203" pitchFamily="34" charset="0"/>
              </a:rPr>
              <a:t>Measure the distance and alert the blind people.</a:t>
            </a:r>
          </a:p>
          <a:p>
            <a:pPr fontAlgn="base"/>
            <a:r>
              <a:rPr lang="en-US" sz="3600" dirty="0">
                <a:latin typeface="Bahnschrift Condensed" panose="020B0502040204020203" pitchFamily="34" charset="0"/>
              </a:rPr>
              <a:t>Can tell about obstacle more precisely than conventional blind stick</a:t>
            </a:r>
          </a:p>
          <a:p>
            <a:pPr fontAlgn="base"/>
            <a:r>
              <a:rPr lang="en-US" sz="3600" dirty="0">
                <a:latin typeface="Bahnschrift Condensed" panose="020B0502040204020203" pitchFamily="34" charset="0"/>
              </a:rPr>
              <a:t>It is simple to use and is affordable.</a:t>
            </a:r>
          </a:p>
          <a:p>
            <a:pPr fontAlgn="base"/>
            <a:r>
              <a:rPr lang="en-US" sz="3600" dirty="0">
                <a:latin typeface="Bahnschrift Condensed" panose="020B0502040204020203" pitchFamily="34" charset="0"/>
              </a:rPr>
              <a:t>Smart blind stick is robust and the stick is light, portable and reliable.</a:t>
            </a:r>
          </a:p>
          <a:p>
            <a:pPr fontAlgn="base"/>
            <a:r>
              <a:rPr lang="en-US" sz="3600" dirty="0">
                <a:latin typeface="Bahnschrift Condensed" panose="020B0502040204020203" pitchFamily="34" charset="0"/>
              </a:rPr>
              <a:t>It consumes low power which makes it feasible to use.</a:t>
            </a:r>
          </a:p>
          <a:p>
            <a:endParaRPr lang="en-US" sz="3200" dirty="0"/>
          </a:p>
        </p:txBody>
      </p:sp>
    </p:spTree>
    <p:extLst>
      <p:ext uri="{BB962C8B-B14F-4D97-AF65-F5344CB8AC3E}">
        <p14:creationId xmlns:p14="http://schemas.microsoft.com/office/powerpoint/2010/main" val="1690489949"/>
      </p:ext>
    </p:extLst>
  </p:cSld>
  <p:clrMapOvr>
    <a:masterClrMapping/>
  </p:clrMapOvr>
  <p:transition spd="med" advTm="70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710BB5-85EC-7600-7838-6E9E5EE55938}"/>
              </a:ext>
            </a:extLst>
          </p:cNvPr>
          <p:cNvSpPr>
            <a:spLocks noGrp="1"/>
          </p:cNvSpPr>
          <p:nvPr>
            <p:ph idx="1"/>
          </p:nvPr>
        </p:nvSpPr>
        <p:spPr>
          <a:xfrm>
            <a:off x="0" y="0"/>
            <a:ext cx="12192000" cy="6858000"/>
          </a:xfrm>
          <a:solidFill>
            <a:srgbClr val="FAF5DC"/>
          </a:solidFill>
        </p:spPr>
        <p:txBody>
          <a:bodyPr>
            <a:normAutofit/>
          </a:bodyPr>
          <a:lstStyle/>
          <a:p>
            <a:pPr marL="0" indent="0" algn="l">
              <a:buNone/>
            </a:pPr>
            <a:r>
              <a:rPr lang="en-US" sz="8800" dirty="0">
                <a:ln w="0"/>
                <a:effectLst>
                  <a:outerShdw blurRad="38100" dist="19050" dir="2700000" algn="tl" rotWithShape="0">
                    <a:schemeClr val="dk1">
                      <a:alpha val="40000"/>
                    </a:schemeClr>
                  </a:outerShdw>
                </a:effectLst>
                <a:latin typeface="Gabriola" panose="04040605051002020D02" pitchFamily="82" charset="0"/>
              </a:rPr>
              <a:t>The Purpose</a:t>
            </a:r>
          </a:p>
          <a:p>
            <a:pPr algn="l"/>
            <a:r>
              <a:rPr lang="en-US" sz="3600" dirty="0">
                <a:latin typeface="Bahnschrift Condensed" panose="020B0502040204020203" pitchFamily="34" charset="0"/>
              </a:rPr>
              <a:t>Currently there are thousands of blind people all over the globe. These include people from low sight seeing to complete lost of visual. </a:t>
            </a:r>
          </a:p>
          <a:p>
            <a:pPr algn="l"/>
            <a:r>
              <a:rPr lang="en-US" sz="3600" dirty="0">
                <a:latin typeface="Bahnschrift Condensed" panose="020B0502040204020203" pitchFamily="34" charset="0"/>
              </a:rPr>
              <a:t>They find it very difficult while crossing the road or reaching to their respective destination with the help any other individual. </a:t>
            </a:r>
          </a:p>
          <a:p>
            <a:pPr algn="l"/>
            <a:r>
              <a:rPr lang="en-US" sz="3600" dirty="0">
                <a:latin typeface="Bahnschrift Condensed" panose="020B0502040204020203" pitchFamily="34" charset="0"/>
              </a:rPr>
              <a:t>The traditional stick cannot help to detect the obstacles in front or the potholes in the way. It is outdated. Hence there is a need to update it using today's technology</a:t>
            </a:r>
          </a:p>
        </p:txBody>
      </p:sp>
    </p:spTree>
    <p:extLst>
      <p:ext uri="{BB962C8B-B14F-4D97-AF65-F5344CB8AC3E}">
        <p14:creationId xmlns:p14="http://schemas.microsoft.com/office/powerpoint/2010/main" val="3931901734"/>
      </p:ext>
    </p:extLst>
  </p:cSld>
  <p:clrMapOvr>
    <a:masterClrMapping/>
  </p:clrMapOvr>
  <p:transition spd="med" advTm="70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710BB5-85EC-7600-7838-6E9E5EE55938}"/>
              </a:ext>
            </a:extLst>
          </p:cNvPr>
          <p:cNvSpPr>
            <a:spLocks noGrp="1"/>
          </p:cNvSpPr>
          <p:nvPr>
            <p:ph idx="1"/>
          </p:nvPr>
        </p:nvSpPr>
        <p:spPr>
          <a:xfrm>
            <a:off x="0" y="0"/>
            <a:ext cx="12192000" cy="6858000"/>
          </a:xfrm>
          <a:solidFill>
            <a:srgbClr val="F9F3DA"/>
          </a:solidFill>
        </p:spPr>
        <p:txBody>
          <a:bodyPr>
            <a:normAutofit/>
          </a:bodyPr>
          <a:lstStyle/>
          <a:p>
            <a:pPr marL="0" indent="0" algn="l">
              <a:buNone/>
            </a:pPr>
            <a:r>
              <a:rPr lang="en-US" sz="8800" dirty="0">
                <a:ln w="0"/>
                <a:effectLst>
                  <a:outerShdw blurRad="38100" dist="19050" dir="2700000" algn="tl" rotWithShape="0">
                    <a:schemeClr val="dk1">
                      <a:alpha val="40000"/>
                    </a:schemeClr>
                  </a:outerShdw>
                </a:effectLst>
                <a:latin typeface="Gabriola" panose="04040605051002020D02" pitchFamily="82" charset="0"/>
              </a:rPr>
              <a:t>The</a:t>
            </a:r>
            <a:r>
              <a:rPr lang="en-US" sz="3200" b="1" i="0" dirty="0">
                <a:solidFill>
                  <a:srgbClr val="0174AE"/>
                </a:solidFill>
                <a:effectLst/>
                <a:latin typeface="Open Sans Condensed"/>
              </a:rPr>
              <a:t> </a:t>
            </a:r>
            <a:r>
              <a:rPr lang="en-US" sz="8800" dirty="0">
                <a:ln w="0"/>
                <a:effectLst>
                  <a:outerShdw blurRad="38100" dist="19050" dir="2700000" algn="tl" rotWithShape="0">
                    <a:schemeClr val="dk1">
                      <a:alpha val="40000"/>
                    </a:schemeClr>
                  </a:outerShdw>
                </a:effectLst>
                <a:latin typeface="Gabriola" panose="04040605051002020D02" pitchFamily="82" charset="0"/>
              </a:rPr>
              <a:t>Technology</a:t>
            </a:r>
          </a:p>
          <a:p>
            <a:pPr algn="l"/>
            <a:r>
              <a:rPr lang="en-US" sz="3600" dirty="0">
                <a:latin typeface="Bahnschrift Condensed" panose="020B0502040204020203" pitchFamily="34" charset="0"/>
              </a:rPr>
              <a:t>The smart stick for the blind as the name suggests is a device for the visually impaired to guide the user to respective destination and avoiding to collide with the obstacles. It uses ultrasonic sensors HC SR 04 to detect the depth below or the obstacles in between.</a:t>
            </a:r>
          </a:p>
          <a:p>
            <a:pPr algn="l"/>
            <a:r>
              <a:rPr lang="en-US" sz="3600" dirty="0">
                <a:latin typeface="Bahnschrift Condensed" panose="020B0502040204020203" pitchFamily="34" charset="0"/>
              </a:rPr>
              <a:t> Along with that it uses Arduino as the main controller. The sensor will detect the distance from the obstacle and send to the controller. The controller will then convert in audio format.</a:t>
            </a:r>
          </a:p>
          <a:p>
            <a:endParaRPr lang="en-US" sz="3200" dirty="0"/>
          </a:p>
        </p:txBody>
      </p:sp>
    </p:spTree>
    <p:extLst>
      <p:ext uri="{BB962C8B-B14F-4D97-AF65-F5344CB8AC3E}">
        <p14:creationId xmlns:p14="http://schemas.microsoft.com/office/powerpoint/2010/main" val="2144841499"/>
      </p:ext>
    </p:extLst>
  </p:cSld>
  <p:clrMapOvr>
    <a:masterClrMapping/>
  </p:clrMapOvr>
  <p:transition spd="med" advTm="70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46D606-D98D-0C49-42B9-C74464D9802E}"/>
              </a:ext>
            </a:extLst>
          </p:cNvPr>
          <p:cNvSpPr>
            <a:spLocks noGrp="1"/>
          </p:cNvSpPr>
          <p:nvPr>
            <p:ph idx="1"/>
          </p:nvPr>
        </p:nvSpPr>
        <p:spPr>
          <a:xfrm>
            <a:off x="1" y="0"/>
            <a:ext cx="12192000" cy="6858000"/>
          </a:xfrm>
          <a:solidFill>
            <a:srgbClr val="EDE7D1"/>
          </a:solidFill>
        </p:spPr>
        <p:txBody>
          <a:bodyPr>
            <a:normAutofit/>
          </a:bodyPr>
          <a:lstStyle/>
          <a:p>
            <a:pPr marL="0" indent="0" algn="l" fontAlgn="base">
              <a:buNone/>
            </a:pPr>
            <a:r>
              <a:rPr lang="en-US" sz="12400" dirty="0">
                <a:ln w="0"/>
                <a:effectLst>
                  <a:outerShdw blurRad="38100" dist="19050" dir="2700000" algn="tl" rotWithShape="0">
                    <a:schemeClr val="dk1">
                      <a:alpha val="40000"/>
                    </a:schemeClr>
                  </a:outerShdw>
                </a:effectLst>
                <a:latin typeface="Gabriola" panose="04040605051002020D02" pitchFamily="82" charset="0"/>
              </a:rPr>
              <a:t>CONCLUSION</a:t>
            </a:r>
          </a:p>
          <a:p>
            <a:pPr algn="l" fontAlgn="base"/>
            <a:r>
              <a:rPr lang="en-US" sz="3200" dirty="0">
                <a:latin typeface="Bahnschrift Condensed" panose="020B0502040204020203" pitchFamily="34" charset="0"/>
              </a:rPr>
              <a:t>It is worth mentioning at this point that the aim of the of this study is design and implementation of a smart walking stick for the blind has been fully achieved .</a:t>
            </a:r>
          </a:p>
          <a:p>
            <a:pPr algn="l" fontAlgn="base"/>
            <a:r>
              <a:rPr lang="en-US" sz="3200" dirty="0">
                <a:latin typeface="Bahnschrift Condensed" panose="020B0502040204020203" pitchFamily="34" charset="0"/>
              </a:rPr>
              <a:t>The smart stick as a basic platform for the coming generation of more  adding devices to help the visually impaired to navigate safely both indoor and outdoor. </a:t>
            </a:r>
          </a:p>
          <a:p>
            <a:pPr algn="l" fontAlgn="base"/>
            <a:r>
              <a:rPr lang="en-US" sz="3200" dirty="0">
                <a:latin typeface="Bahnschrift Condensed" panose="020B0502040204020203" pitchFamily="34" charset="0"/>
              </a:rPr>
              <a:t>It is effective and affordable. It leads the good result in detecting the obstacles on the path of the user in a range. This project offer low cost, reliable, portable, low power consumption and robust technology for navigation with short response time.</a:t>
            </a:r>
            <a:endParaRPr lang="en-US" sz="3200" dirty="0"/>
          </a:p>
        </p:txBody>
      </p:sp>
    </p:spTree>
    <p:extLst>
      <p:ext uri="{BB962C8B-B14F-4D97-AF65-F5344CB8AC3E}">
        <p14:creationId xmlns:p14="http://schemas.microsoft.com/office/powerpoint/2010/main" val="4031411498"/>
      </p:ext>
    </p:extLst>
  </p:cSld>
  <p:clrMapOvr>
    <a:masterClrMapping/>
  </p:clrMapOvr>
  <p:transition spd="med" advTm="70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lowchart: Alternate Process 3">
            <a:extLst>
              <a:ext uri="{FF2B5EF4-FFF2-40B4-BE49-F238E27FC236}">
                <a16:creationId xmlns:a16="http://schemas.microsoft.com/office/drawing/2014/main" id="{F1E56D54-D2D3-4049-A9FE-1A7769F8A71A}"/>
              </a:ext>
            </a:extLst>
          </p:cNvPr>
          <p:cNvSpPr/>
          <p:nvPr/>
        </p:nvSpPr>
        <p:spPr>
          <a:xfrm>
            <a:off x="918423" y="159103"/>
            <a:ext cx="10355154" cy="888647"/>
          </a:xfrm>
          <a:prstGeom prst="flowChartAlternateProcess">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8000" dirty="0">
                <a:ln w="0"/>
                <a:solidFill>
                  <a:schemeClr val="tx1"/>
                </a:solidFill>
                <a:effectLst>
                  <a:outerShdw blurRad="38100" dist="19050" dir="2700000" algn="tl" rotWithShape="0">
                    <a:schemeClr val="dk1">
                      <a:alpha val="40000"/>
                    </a:schemeClr>
                  </a:outerShdw>
                </a:effectLst>
                <a:latin typeface="Gabriola" panose="04040605051002020D02" pitchFamily="82" charset="0"/>
              </a:rPr>
              <a:t>GROUP MEMBERS</a:t>
            </a:r>
          </a:p>
        </p:txBody>
      </p:sp>
      <p:sp>
        <p:nvSpPr>
          <p:cNvPr id="6" name="TextBox 5">
            <a:extLst>
              <a:ext uri="{FF2B5EF4-FFF2-40B4-BE49-F238E27FC236}">
                <a16:creationId xmlns:a16="http://schemas.microsoft.com/office/drawing/2014/main" id="{7BD0E1DD-B9DC-43D8-8A4D-DAD60C215736}"/>
              </a:ext>
            </a:extLst>
          </p:cNvPr>
          <p:cNvSpPr txBox="1"/>
          <p:nvPr/>
        </p:nvSpPr>
        <p:spPr>
          <a:xfrm>
            <a:off x="918423" y="1586468"/>
            <a:ext cx="6905625" cy="3240439"/>
          </a:xfrm>
          <a:prstGeom prst="rect">
            <a:avLst/>
          </a:prstGeom>
          <a:noFill/>
        </p:spPr>
        <p:txBody>
          <a:bodyPr wrap="square">
            <a:spAutoFit/>
          </a:bodyPr>
          <a:lstStyle/>
          <a:p>
            <a:pPr marL="342900" marR="0" lvl="0" indent="-342900">
              <a:lnSpc>
                <a:spcPct val="115000"/>
              </a:lnSpc>
              <a:spcBef>
                <a:spcPts val="0"/>
              </a:spcBef>
              <a:spcAft>
                <a:spcPts val="0"/>
              </a:spcAft>
              <a:buFont typeface="Arial" panose="020B0604020202020204" pitchFamily="34" charset="0"/>
              <a:buChar char="•"/>
            </a:pPr>
            <a:r>
              <a:rPr lang="en-US" sz="3600" b="1" dirty="0">
                <a:latin typeface="Calibri" panose="020F0502020204030204" pitchFamily="34" charset="0"/>
                <a:ea typeface="Calibri" panose="020F0502020204030204" pitchFamily="34" charset="0"/>
                <a:cs typeface="Mangal" panose="02040503050203030202" pitchFamily="18" charset="0"/>
              </a:rPr>
              <a:t>TAMANNA SINGHAL </a:t>
            </a:r>
          </a:p>
          <a:p>
            <a:pPr marL="342900" marR="0" lvl="0" indent="-342900">
              <a:lnSpc>
                <a:spcPct val="115000"/>
              </a:lnSpc>
              <a:spcBef>
                <a:spcPts val="0"/>
              </a:spcBef>
              <a:spcAft>
                <a:spcPts val="0"/>
              </a:spcAft>
              <a:buFont typeface="Arial" panose="020B0604020202020204" pitchFamily="34" charset="0"/>
              <a:buChar char="•"/>
            </a:pPr>
            <a:r>
              <a:rPr lang="en-US" sz="3600" b="1" dirty="0">
                <a:latin typeface="Calibri" panose="020F0502020204030204" pitchFamily="34" charset="0"/>
                <a:ea typeface="Calibri" panose="020F0502020204030204" pitchFamily="34" charset="0"/>
                <a:cs typeface="Mangal" panose="02040503050203030202" pitchFamily="18" charset="0"/>
              </a:rPr>
              <a:t>SARA AMIT THAKUR</a:t>
            </a:r>
          </a:p>
          <a:p>
            <a:pPr marL="342900" marR="0" lvl="0" indent="-342900">
              <a:lnSpc>
                <a:spcPct val="115000"/>
              </a:lnSpc>
              <a:spcBef>
                <a:spcPts val="0"/>
              </a:spcBef>
              <a:spcAft>
                <a:spcPts val="0"/>
              </a:spcAft>
              <a:buFont typeface="Arial" panose="020B0604020202020204" pitchFamily="34" charset="0"/>
              <a:buChar char="•"/>
            </a:pPr>
            <a:r>
              <a:rPr lang="en-US" sz="3600" b="1" dirty="0">
                <a:latin typeface="Calibri" panose="020F0502020204030204" pitchFamily="34" charset="0"/>
                <a:ea typeface="Calibri" panose="020F0502020204030204" pitchFamily="34" charset="0"/>
                <a:cs typeface="Mangal" panose="02040503050203030202" pitchFamily="18" charset="0"/>
              </a:rPr>
              <a:t>NITIGYA ASWANI</a:t>
            </a:r>
          </a:p>
          <a:p>
            <a:pPr marL="342900" marR="0" lvl="0" indent="-342900">
              <a:lnSpc>
                <a:spcPct val="115000"/>
              </a:lnSpc>
              <a:spcBef>
                <a:spcPts val="0"/>
              </a:spcBef>
              <a:spcAft>
                <a:spcPts val="0"/>
              </a:spcAft>
              <a:buFont typeface="Arial" panose="020B0604020202020204" pitchFamily="34" charset="0"/>
              <a:buChar char="•"/>
            </a:pPr>
            <a:r>
              <a:rPr lang="en-US" sz="3600" b="1" dirty="0">
                <a:latin typeface="Calibri" panose="020F0502020204030204" pitchFamily="34" charset="0"/>
                <a:ea typeface="Calibri" panose="020F0502020204030204" pitchFamily="34" charset="0"/>
                <a:cs typeface="Mangal" panose="02040503050203030202" pitchFamily="18" charset="0"/>
              </a:rPr>
              <a:t>JATIN SINGH </a:t>
            </a:r>
          </a:p>
          <a:p>
            <a:pPr marL="342900" marR="0" lvl="0" indent="-342900">
              <a:lnSpc>
                <a:spcPct val="115000"/>
              </a:lnSpc>
              <a:spcBef>
                <a:spcPts val="0"/>
              </a:spcBef>
              <a:spcAft>
                <a:spcPts val="0"/>
              </a:spcAft>
              <a:buFont typeface="Arial" panose="020B0604020202020204" pitchFamily="34" charset="0"/>
              <a:buChar char="•"/>
            </a:pPr>
            <a:r>
              <a:rPr lang="en-US" sz="3600" b="1" dirty="0">
                <a:effectLst/>
                <a:latin typeface="Calibri" panose="020F0502020204030204" pitchFamily="34" charset="0"/>
                <a:ea typeface="Calibri" panose="020F0502020204030204" pitchFamily="34" charset="0"/>
                <a:cs typeface="Mangal" panose="02040503050203030202" pitchFamily="18" charset="0"/>
              </a:rPr>
              <a:t>LUCKY YADAV</a:t>
            </a:r>
            <a:endParaRPr lang="en-US" sz="36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600938593"/>
      </p:ext>
    </p:extLst>
  </p:cSld>
  <p:clrMapOvr>
    <a:masterClrMapping/>
  </p:clrMapOvr>
  <p:transition spd="med" advTm="70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8C28A8-6DA6-46E5-ACA3-404D756F21FF}"/>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7199"/>
                    </a14:imgEffect>
                    <a14:imgEffect>
                      <a14:brightnessContrast bright="14000" contrast="2000"/>
                    </a14:imgEffect>
                  </a14:imgLayer>
                </a14:imgProps>
              </a:ext>
              <a:ext uri="{28A0092B-C50C-407E-A947-70E740481C1C}">
                <a14:useLocalDpi xmlns:a14="http://schemas.microsoft.com/office/drawing/2010/main" val="0"/>
              </a:ext>
            </a:extLst>
          </a:blip>
          <a:stretch>
            <a:fillRect/>
          </a:stretch>
        </p:blipFill>
        <p:spPr>
          <a:xfrm>
            <a:off x="1706251" y="-882810"/>
            <a:ext cx="7616857" cy="7786464"/>
          </a:xfrm>
          <a:prstGeom prst="rect">
            <a:avLst/>
          </a:prstGeom>
          <a:effectLst>
            <a:glow rad="228600">
              <a:schemeClr val="tx1">
                <a:alpha val="19000"/>
              </a:schemeClr>
            </a:glow>
            <a:outerShdw blurRad="508000" dist="63500" dir="4380000" sx="102000" sy="102000" algn="ctr" rotWithShape="0">
              <a:srgbClr val="000000"/>
            </a:outerShdw>
          </a:effectLst>
        </p:spPr>
      </p:pic>
    </p:spTree>
    <p:extLst>
      <p:ext uri="{BB962C8B-B14F-4D97-AF65-F5344CB8AC3E}">
        <p14:creationId xmlns:p14="http://schemas.microsoft.com/office/powerpoint/2010/main" val="4042386635"/>
      </p:ext>
    </p:extLst>
  </p:cSld>
  <p:clrMapOvr>
    <a:masterClrMapping/>
  </p:clrMapOvr>
  <p:transition spd="med" advTm="70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111</TotalTime>
  <Words>565</Words>
  <Application>Microsoft Office PowerPoint</Application>
  <PresentationFormat>Widescreen</PresentationFormat>
  <Paragraphs>64</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Bahnschrift Condensed</vt:lpstr>
      <vt:lpstr>Calibri</vt:lpstr>
      <vt:lpstr>Calibri Light</vt:lpstr>
      <vt:lpstr>Gabriola</vt:lpstr>
      <vt:lpstr>Open Sans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Components used :-</dc:title>
  <dc:creator>Singhal</dc:creator>
  <cp:lastModifiedBy>RK aswani</cp:lastModifiedBy>
  <cp:revision>12</cp:revision>
  <dcterms:created xsi:type="dcterms:W3CDTF">2022-02-15T15:24:00Z</dcterms:created>
  <dcterms:modified xsi:type="dcterms:W3CDTF">2022-10-21T18:34:27Z</dcterms:modified>
</cp:coreProperties>
</file>